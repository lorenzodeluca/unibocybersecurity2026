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bookmarkIdSeed="2">
  <p:sldMasterIdLst>
    <p:sldMasterId id="2147483648" r:id="rId4"/>
    <p:sldMasterId id="2147483660" r:id="rId5"/>
    <p:sldMasterId id="2147483671" r:id="rId6"/>
  </p:sldMasterIdLst>
  <p:notesMasterIdLst>
    <p:notesMasterId r:id="rId50"/>
  </p:notesMasterIdLst>
  <p:sldIdLst>
    <p:sldId id="263" r:id="rId7"/>
    <p:sldId id="264" r:id="rId8"/>
    <p:sldId id="265" r:id="rId9"/>
    <p:sldId id="269" r:id="rId10"/>
    <p:sldId id="304" r:id="rId11"/>
    <p:sldId id="320" r:id="rId12"/>
    <p:sldId id="371" r:id="rId13"/>
    <p:sldId id="321" r:id="rId14"/>
    <p:sldId id="373" r:id="rId15"/>
    <p:sldId id="394" r:id="rId16"/>
    <p:sldId id="374" r:id="rId17"/>
    <p:sldId id="375" r:id="rId18"/>
    <p:sldId id="395" r:id="rId19"/>
    <p:sldId id="376" r:id="rId20"/>
    <p:sldId id="377" r:id="rId21"/>
    <p:sldId id="327" r:id="rId22"/>
    <p:sldId id="392" r:id="rId23"/>
    <p:sldId id="396" r:id="rId24"/>
    <p:sldId id="397" r:id="rId25"/>
    <p:sldId id="398" r:id="rId26"/>
    <p:sldId id="393" r:id="rId27"/>
    <p:sldId id="382" r:id="rId28"/>
    <p:sldId id="384" r:id="rId29"/>
    <p:sldId id="389" r:id="rId30"/>
    <p:sldId id="390" r:id="rId31"/>
    <p:sldId id="378" r:id="rId32"/>
    <p:sldId id="372" r:id="rId33"/>
    <p:sldId id="326" r:id="rId34"/>
    <p:sldId id="325" r:id="rId35"/>
    <p:sldId id="329" r:id="rId36"/>
    <p:sldId id="335" r:id="rId37"/>
    <p:sldId id="297" r:id="rId38"/>
    <p:sldId id="379" r:id="rId39"/>
    <p:sldId id="380" r:id="rId40"/>
    <p:sldId id="381" r:id="rId41"/>
    <p:sldId id="388" r:id="rId42"/>
    <p:sldId id="383" r:id="rId43"/>
    <p:sldId id="385" r:id="rId44"/>
    <p:sldId id="386" r:id="rId45"/>
    <p:sldId id="387" r:id="rId46"/>
    <p:sldId id="318" r:id="rId47"/>
    <p:sldId id="266" r:id="rId48"/>
    <p:sldId id="267" r:id="rId4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2B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2451A9-AAF1-4586-9311-36AABFF4AE22}" v="142" dt="2026-05-07T11:00:18.1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31" autoAdjust="0"/>
    <p:restoredTop sz="94604" autoAdjust="0"/>
  </p:normalViewPr>
  <p:slideViewPr>
    <p:cSldViewPr showGuides="1">
      <p:cViewPr varScale="1">
        <p:scale>
          <a:sx n="78" d="100"/>
          <a:sy n="78" d="100"/>
        </p:scale>
        <p:origin x="1109"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heme" Target="theme/theme1.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microsoft.com/office/2015/10/relationships/revisionInfo" Target="revisionInfo.xml"/><Relationship Id="rId8" Type="http://schemas.openxmlformats.org/officeDocument/2006/relationships/slide" Target="slides/slide2.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ssandro Marchesano" userId="9839d344ee2d2222" providerId="LiveId" clId="{D35252FF-09FB-4A01-9F14-2E651086BE79}"/>
    <pc:docChg chg="undo custSel addSld delSld modSld sldOrd">
      <pc:chgData name="Alessandro Marchesano" userId="9839d344ee2d2222" providerId="LiveId" clId="{D35252FF-09FB-4A01-9F14-2E651086BE79}" dt="2026-05-07T11:06:10.446" v="17617" actId="2696"/>
      <pc:docMkLst>
        <pc:docMk/>
      </pc:docMkLst>
      <pc:sldChg chg="modSp mod">
        <pc:chgData name="Alessandro Marchesano" userId="9839d344ee2d2222" providerId="LiveId" clId="{D35252FF-09FB-4A01-9F14-2E651086BE79}" dt="2026-04-21T07:51:32.942" v="11331" actId="20577"/>
        <pc:sldMkLst>
          <pc:docMk/>
          <pc:sldMk cId="3085230404" sldId="263"/>
        </pc:sldMkLst>
        <pc:spChg chg="mod">
          <ac:chgData name="Alessandro Marchesano" userId="9839d344ee2d2222" providerId="LiveId" clId="{D35252FF-09FB-4A01-9F14-2E651086BE79}" dt="2026-04-21T07:51:32.942" v="11331" actId="20577"/>
          <ac:spMkLst>
            <pc:docMk/>
            <pc:sldMk cId="3085230404" sldId="263"/>
            <ac:spMk id="5" creationId="{530CFCA4-B8FB-4A31-9FE4-C34C1B53FAF3}"/>
          </ac:spMkLst>
        </pc:spChg>
      </pc:sldChg>
      <pc:sldChg chg="addSp delSp modSp mod">
        <pc:chgData name="Alessandro Marchesano" userId="9839d344ee2d2222" providerId="LiveId" clId="{D35252FF-09FB-4A01-9F14-2E651086BE79}" dt="2026-04-21T08:43:54.917" v="11487" actId="20577"/>
        <pc:sldMkLst>
          <pc:docMk/>
          <pc:sldMk cId="3098333111" sldId="264"/>
        </pc:sldMkLst>
        <pc:spChg chg="mod">
          <ac:chgData name="Alessandro Marchesano" userId="9839d344ee2d2222" providerId="LiveId" clId="{D35252FF-09FB-4A01-9F14-2E651086BE79}" dt="2026-04-21T08:43:54.917" v="11487" actId="20577"/>
          <ac:spMkLst>
            <pc:docMk/>
            <pc:sldMk cId="3098333111" sldId="264"/>
            <ac:spMk id="4" creationId="{83074B2B-875D-4ABC-842D-ED60A0295F3E}"/>
          </ac:spMkLst>
        </pc:spChg>
        <pc:spChg chg="mod">
          <ac:chgData name="Alessandro Marchesano" userId="9839d344ee2d2222" providerId="LiveId" clId="{D35252FF-09FB-4A01-9F14-2E651086BE79}" dt="2026-04-21T08:41:16.020" v="11448" actId="113"/>
          <ac:spMkLst>
            <pc:docMk/>
            <pc:sldMk cId="3098333111" sldId="264"/>
            <ac:spMk id="5" creationId="{6A687BB7-25CE-4F8C-A93C-3BF1A271E55F}"/>
          </ac:spMkLst>
        </pc:spChg>
      </pc:sldChg>
      <pc:sldChg chg="addSp modSp mod">
        <pc:chgData name="Alessandro Marchesano" userId="9839d344ee2d2222" providerId="LiveId" clId="{D35252FF-09FB-4A01-9F14-2E651086BE79}" dt="2026-04-21T08:42:58.340" v="11464" actId="20577"/>
        <pc:sldMkLst>
          <pc:docMk/>
          <pc:sldMk cId="860246963" sldId="265"/>
        </pc:sldMkLst>
        <pc:spChg chg="mod">
          <ac:chgData name="Alessandro Marchesano" userId="9839d344ee2d2222" providerId="LiveId" clId="{D35252FF-09FB-4A01-9F14-2E651086BE79}" dt="2026-04-21T08:40:48.049" v="11441" actId="20577"/>
          <ac:spMkLst>
            <pc:docMk/>
            <pc:sldMk cId="860246963" sldId="265"/>
            <ac:spMk id="4" creationId="{E59CBD2A-13DB-4944-958F-D2CD64CE1EE2}"/>
          </ac:spMkLst>
        </pc:spChg>
        <pc:spChg chg="mod">
          <ac:chgData name="Alessandro Marchesano" userId="9839d344ee2d2222" providerId="LiveId" clId="{D35252FF-09FB-4A01-9F14-2E651086BE79}" dt="2026-04-21T08:42:58.340" v="11464" actId="20577"/>
          <ac:spMkLst>
            <pc:docMk/>
            <pc:sldMk cId="860246963" sldId="265"/>
            <ac:spMk id="5" creationId="{75656F3B-D256-4EE6-99A3-023C0925DC03}"/>
          </ac:spMkLst>
        </pc:spChg>
        <pc:picChg chg="add mod">
          <ac:chgData name="Alessandro Marchesano" userId="9839d344ee2d2222" providerId="LiveId" clId="{D35252FF-09FB-4A01-9F14-2E651086BE79}" dt="2026-04-21T08:41:00.045" v="11445" actId="1076"/>
          <ac:picMkLst>
            <pc:docMk/>
            <pc:sldMk cId="860246963" sldId="265"/>
            <ac:picMk id="1026" creationId="{918BD511-4E65-4518-6BE4-DC00CA9DACA2}"/>
          </ac:picMkLst>
        </pc:picChg>
      </pc:sldChg>
      <pc:sldChg chg="modSp mod modShow">
        <pc:chgData name="Alessandro Marchesano" userId="9839d344ee2d2222" providerId="LiveId" clId="{D35252FF-09FB-4A01-9F14-2E651086BE79}" dt="2026-05-07T11:00:50.514" v="17378" actId="404"/>
        <pc:sldMkLst>
          <pc:docMk/>
          <pc:sldMk cId="2606346116" sldId="266"/>
        </pc:sldMkLst>
        <pc:spChg chg="mod">
          <ac:chgData name="Alessandro Marchesano" userId="9839d344ee2d2222" providerId="LiveId" clId="{D35252FF-09FB-4A01-9F14-2E651086BE79}" dt="2026-04-07T15:08:07.035" v="8959" actId="20577"/>
          <ac:spMkLst>
            <pc:docMk/>
            <pc:sldMk cId="2606346116" sldId="266"/>
            <ac:spMk id="4" creationId="{24E660AE-8A13-464A-9EFD-05EDDA43EB18}"/>
          </ac:spMkLst>
        </pc:spChg>
        <pc:spChg chg="mod">
          <ac:chgData name="Alessandro Marchesano" userId="9839d344ee2d2222" providerId="LiveId" clId="{D35252FF-09FB-4A01-9F14-2E651086BE79}" dt="2026-05-07T11:00:50.514" v="17378" actId="404"/>
          <ac:spMkLst>
            <pc:docMk/>
            <pc:sldMk cId="2606346116" sldId="266"/>
            <ac:spMk id="5" creationId="{CEDA1884-1873-4FAB-A663-E8217865FB9C}"/>
          </ac:spMkLst>
        </pc:spChg>
      </pc:sldChg>
      <pc:sldChg chg="addSp modSp mod">
        <pc:chgData name="Alessandro Marchesano" userId="9839d344ee2d2222" providerId="LiveId" clId="{D35252FF-09FB-4A01-9F14-2E651086BE79}" dt="2026-04-21T08:52:25.264" v="11532" actId="20577"/>
        <pc:sldMkLst>
          <pc:docMk/>
          <pc:sldMk cId="4046814432" sldId="269"/>
        </pc:sldMkLst>
        <pc:spChg chg="mod">
          <ac:chgData name="Alessandro Marchesano" userId="9839d344ee2d2222" providerId="LiveId" clId="{D35252FF-09FB-4A01-9F14-2E651086BE79}" dt="2026-04-21T08:44:08.828" v="11518" actId="20577"/>
          <ac:spMkLst>
            <pc:docMk/>
            <pc:sldMk cId="4046814432" sldId="269"/>
            <ac:spMk id="2" creationId="{474BF3B9-B2E2-EC10-B9F3-3F83DBE4F181}"/>
          </ac:spMkLst>
        </pc:spChg>
        <pc:spChg chg="mod">
          <ac:chgData name="Alessandro Marchesano" userId="9839d344ee2d2222" providerId="LiveId" clId="{D35252FF-09FB-4A01-9F14-2E651086BE79}" dt="2026-04-21T08:52:25.264" v="11532" actId="20577"/>
          <ac:spMkLst>
            <pc:docMk/>
            <pc:sldMk cId="4046814432" sldId="269"/>
            <ac:spMk id="3" creationId="{B12312B0-3D57-C048-EDFF-978C827C8D8E}"/>
          </ac:spMkLst>
        </pc:spChg>
        <pc:picChg chg="add mod">
          <ac:chgData name="Alessandro Marchesano" userId="9839d344ee2d2222" providerId="LiveId" clId="{D35252FF-09FB-4A01-9F14-2E651086BE79}" dt="2026-04-21T08:51:23.806" v="11523" actId="1076"/>
          <ac:picMkLst>
            <pc:docMk/>
            <pc:sldMk cId="4046814432" sldId="269"/>
            <ac:picMk id="2050" creationId="{23459CE3-EA7E-5BDC-4180-47AEC559A895}"/>
          </ac:picMkLst>
        </pc:picChg>
      </pc:sldChg>
      <pc:sldChg chg="delSp modSp mod">
        <pc:chgData name="Alessandro Marchesano" userId="9839d344ee2d2222" providerId="LiveId" clId="{D35252FF-09FB-4A01-9F14-2E651086BE79}" dt="2026-04-21T12:40:00.872" v="14272" actId="20577"/>
        <pc:sldMkLst>
          <pc:docMk/>
          <pc:sldMk cId="2805360811" sldId="297"/>
        </pc:sldMkLst>
        <pc:spChg chg="mod">
          <ac:chgData name="Alessandro Marchesano" userId="9839d344ee2d2222" providerId="LiveId" clId="{D35252FF-09FB-4A01-9F14-2E651086BE79}" dt="2026-04-21T12:39:37.522" v="14266" actId="20577"/>
          <ac:spMkLst>
            <pc:docMk/>
            <pc:sldMk cId="2805360811" sldId="297"/>
            <ac:spMk id="3" creationId="{1988F491-D448-ACC4-9E28-7F2B35F0F5D5}"/>
          </ac:spMkLst>
        </pc:spChg>
        <pc:spChg chg="mod">
          <ac:chgData name="Alessandro Marchesano" userId="9839d344ee2d2222" providerId="LiveId" clId="{D35252FF-09FB-4A01-9F14-2E651086BE79}" dt="2026-04-21T12:40:00.872" v="14272" actId="20577"/>
          <ac:spMkLst>
            <pc:docMk/>
            <pc:sldMk cId="2805360811" sldId="297"/>
            <ac:spMk id="4" creationId="{5793A4AD-906E-2A0E-E50C-5CC7B72F3DAA}"/>
          </ac:spMkLst>
        </pc:spChg>
      </pc:sldChg>
      <pc:sldChg chg="addSp modSp mod ord">
        <pc:chgData name="Alessandro Marchesano" userId="9839d344ee2d2222" providerId="LiveId" clId="{D35252FF-09FB-4A01-9F14-2E651086BE79}" dt="2026-04-21T09:01:48.079" v="11716" actId="20577"/>
        <pc:sldMkLst>
          <pc:docMk/>
          <pc:sldMk cId="2477164989" sldId="304"/>
        </pc:sldMkLst>
        <pc:spChg chg="mod">
          <ac:chgData name="Alessandro Marchesano" userId="9839d344ee2d2222" providerId="LiveId" clId="{D35252FF-09FB-4A01-9F14-2E651086BE79}" dt="2026-04-21T08:57:44.050" v="11575" actId="20577"/>
          <ac:spMkLst>
            <pc:docMk/>
            <pc:sldMk cId="2477164989" sldId="304"/>
            <ac:spMk id="2" creationId="{6856B159-FA24-2B86-0421-CA0F32BE5369}"/>
          </ac:spMkLst>
        </pc:spChg>
        <pc:spChg chg="mod">
          <ac:chgData name="Alessandro Marchesano" userId="9839d344ee2d2222" providerId="LiveId" clId="{D35252FF-09FB-4A01-9F14-2E651086BE79}" dt="2026-04-21T09:01:48.079" v="11716" actId="20577"/>
          <ac:spMkLst>
            <pc:docMk/>
            <pc:sldMk cId="2477164989" sldId="304"/>
            <ac:spMk id="3" creationId="{31E77489-5162-F67F-087A-A9C83FF432D4}"/>
          </ac:spMkLst>
        </pc:spChg>
        <pc:spChg chg="add mod">
          <ac:chgData name="Alessandro Marchesano" userId="9839d344ee2d2222" providerId="LiveId" clId="{D35252FF-09FB-4A01-9F14-2E651086BE79}" dt="2026-04-21T09:01:34.926" v="11709" actId="1076"/>
          <ac:spMkLst>
            <pc:docMk/>
            <pc:sldMk cId="2477164989" sldId="304"/>
            <ac:spMk id="4" creationId="{4EA70F6F-A077-0629-85ED-69B32A126053}"/>
          </ac:spMkLst>
        </pc:spChg>
      </pc:sldChg>
      <pc:sldChg chg="modSp mod modShow">
        <pc:chgData name="Alessandro Marchesano" userId="9839d344ee2d2222" providerId="LiveId" clId="{D35252FF-09FB-4A01-9F14-2E651086BE79}" dt="2026-04-07T15:07:28.206" v="8955" actId="729"/>
        <pc:sldMkLst>
          <pc:docMk/>
          <pc:sldMk cId="4002241353" sldId="318"/>
        </pc:sldMkLst>
        <pc:spChg chg="mod">
          <ac:chgData name="Alessandro Marchesano" userId="9839d344ee2d2222" providerId="LiveId" clId="{D35252FF-09FB-4A01-9F14-2E651086BE79}" dt="2026-04-07T15:07:23.621" v="8954"/>
          <ac:spMkLst>
            <pc:docMk/>
            <pc:sldMk cId="4002241353" sldId="318"/>
            <ac:spMk id="3" creationId="{AAD9EE87-E88F-4CF9-391A-B906B7B439CC}"/>
          </ac:spMkLst>
        </pc:spChg>
      </pc:sldChg>
      <pc:sldChg chg="addSp delSp modSp new mod">
        <pc:chgData name="Alessandro Marchesano" userId="9839d344ee2d2222" providerId="LiveId" clId="{D35252FF-09FB-4A01-9F14-2E651086BE79}" dt="2026-04-21T09:04:18.336" v="11854" actId="20577"/>
        <pc:sldMkLst>
          <pc:docMk/>
          <pc:sldMk cId="3745315145" sldId="320"/>
        </pc:sldMkLst>
        <pc:spChg chg="mod">
          <ac:chgData name="Alessandro Marchesano" userId="9839d344ee2d2222" providerId="LiveId" clId="{D35252FF-09FB-4A01-9F14-2E651086BE79}" dt="2026-04-21T09:02:10.302" v="11745" actId="20577"/>
          <ac:spMkLst>
            <pc:docMk/>
            <pc:sldMk cId="3745315145" sldId="320"/>
            <ac:spMk id="2" creationId="{F7FDFC96-D239-7B2C-BA49-633DF9A6E3C8}"/>
          </ac:spMkLst>
        </pc:spChg>
        <pc:spChg chg="mod">
          <ac:chgData name="Alessandro Marchesano" userId="9839d344ee2d2222" providerId="LiveId" clId="{D35252FF-09FB-4A01-9F14-2E651086BE79}" dt="2026-04-21T09:04:18.336" v="11854" actId="20577"/>
          <ac:spMkLst>
            <pc:docMk/>
            <pc:sldMk cId="3745315145" sldId="320"/>
            <ac:spMk id="3" creationId="{99D8929C-5AC4-BF56-AD0B-2CB3CC114455}"/>
          </ac:spMkLst>
        </pc:spChg>
      </pc:sldChg>
      <pc:sldChg chg="addSp delSp modSp new mod ord">
        <pc:chgData name="Alessandro Marchesano" userId="9839d344ee2d2222" providerId="LiveId" clId="{D35252FF-09FB-4A01-9F14-2E651086BE79}" dt="2026-05-07T09:07:06.316" v="16763" actId="20577"/>
        <pc:sldMkLst>
          <pc:docMk/>
          <pc:sldMk cId="4110298087" sldId="321"/>
        </pc:sldMkLst>
        <pc:spChg chg="mod">
          <ac:chgData name="Alessandro Marchesano" userId="9839d344ee2d2222" providerId="LiveId" clId="{D35252FF-09FB-4A01-9F14-2E651086BE79}" dt="2026-05-07T09:07:06.316" v="16763" actId="20577"/>
          <ac:spMkLst>
            <pc:docMk/>
            <pc:sldMk cId="4110298087" sldId="321"/>
            <ac:spMk id="2" creationId="{19F51393-70D0-CF81-45B7-FF935C13404E}"/>
          </ac:spMkLst>
        </pc:spChg>
        <pc:spChg chg="add mod">
          <ac:chgData name="Alessandro Marchesano" userId="9839d344ee2d2222" providerId="LiveId" clId="{D35252FF-09FB-4A01-9F14-2E651086BE79}" dt="2026-05-07T09:07:01.974" v="16759"/>
          <ac:spMkLst>
            <pc:docMk/>
            <pc:sldMk cId="4110298087" sldId="321"/>
            <ac:spMk id="3" creationId="{4E88AFFE-CC17-0582-C82C-8A6B861AE75F}"/>
          </ac:spMkLst>
        </pc:spChg>
        <pc:picChg chg="add mod">
          <ac:chgData name="Alessandro Marchesano" userId="9839d344ee2d2222" providerId="LiveId" clId="{D35252FF-09FB-4A01-9F14-2E651086BE79}" dt="2026-04-21T09:13:44.017" v="12014" actId="1076"/>
          <ac:picMkLst>
            <pc:docMk/>
            <pc:sldMk cId="4110298087" sldId="321"/>
            <ac:picMk id="4098" creationId="{827E5260-AB30-65CC-5254-AD097D5F9748}"/>
          </ac:picMkLst>
        </pc:picChg>
      </pc:sldChg>
      <pc:sldChg chg="addSp delSp modSp new mod">
        <pc:chgData name="Alessandro Marchesano" userId="9839d344ee2d2222" providerId="LiveId" clId="{D35252FF-09FB-4A01-9F14-2E651086BE79}" dt="2026-04-21T12:05:36.927" v="13897" actId="113"/>
        <pc:sldMkLst>
          <pc:docMk/>
          <pc:sldMk cId="3421403227" sldId="325"/>
        </pc:sldMkLst>
        <pc:spChg chg="mod">
          <ac:chgData name="Alessandro Marchesano" userId="9839d344ee2d2222" providerId="LiveId" clId="{D35252FF-09FB-4A01-9F14-2E651086BE79}" dt="2026-04-21T11:53:30.236" v="13761" actId="20577"/>
          <ac:spMkLst>
            <pc:docMk/>
            <pc:sldMk cId="3421403227" sldId="325"/>
            <ac:spMk id="2" creationId="{34382A99-8BA7-4B13-437E-90A316E81854}"/>
          </ac:spMkLst>
        </pc:spChg>
        <pc:spChg chg="mod">
          <ac:chgData name="Alessandro Marchesano" userId="9839d344ee2d2222" providerId="LiveId" clId="{D35252FF-09FB-4A01-9F14-2E651086BE79}" dt="2026-04-21T12:05:36.927" v="13897" actId="113"/>
          <ac:spMkLst>
            <pc:docMk/>
            <pc:sldMk cId="3421403227" sldId="325"/>
            <ac:spMk id="3" creationId="{853666B3-493E-B77D-99FC-3FAB246135E2}"/>
          </ac:spMkLst>
        </pc:spChg>
        <pc:picChg chg="add mod">
          <ac:chgData name="Alessandro Marchesano" userId="9839d344ee2d2222" providerId="LiveId" clId="{D35252FF-09FB-4A01-9F14-2E651086BE79}" dt="2026-04-21T11:56:35.839" v="13767" actId="1076"/>
          <ac:picMkLst>
            <pc:docMk/>
            <pc:sldMk cId="3421403227" sldId="325"/>
            <ac:picMk id="8194" creationId="{58465F2E-D9CA-0D5E-3A53-7F2BC6EAA3F4}"/>
          </ac:picMkLst>
        </pc:picChg>
      </pc:sldChg>
      <pc:sldChg chg="addSp delSp modSp new mod ord">
        <pc:chgData name="Alessandro Marchesano" userId="9839d344ee2d2222" providerId="LiveId" clId="{D35252FF-09FB-4A01-9F14-2E651086BE79}" dt="2026-04-21T11:52:37.944" v="13744" actId="20577"/>
        <pc:sldMkLst>
          <pc:docMk/>
          <pc:sldMk cId="2181911501" sldId="326"/>
        </pc:sldMkLst>
        <pc:spChg chg="mod">
          <ac:chgData name="Alessandro Marchesano" userId="9839d344ee2d2222" providerId="LiveId" clId="{D35252FF-09FB-4A01-9F14-2E651086BE79}" dt="2026-04-21T11:52:37.944" v="13744" actId="20577"/>
          <ac:spMkLst>
            <pc:docMk/>
            <pc:sldMk cId="2181911501" sldId="326"/>
            <ac:spMk id="2" creationId="{9AB3FD68-D05A-526D-8260-D9E4AA02DFCA}"/>
          </ac:spMkLst>
        </pc:spChg>
        <pc:picChg chg="add mod">
          <ac:chgData name="Alessandro Marchesano" userId="9839d344ee2d2222" providerId="LiveId" clId="{D35252FF-09FB-4A01-9F14-2E651086BE79}" dt="2026-04-21T09:37:17.516" v="12141" actId="1076"/>
          <ac:picMkLst>
            <pc:docMk/>
            <pc:sldMk cId="2181911501" sldId="326"/>
            <ac:picMk id="5122" creationId="{120753F8-9E7B-FC87-281E-5A22C4DA401F}"/>
          </ac:picMkLst>
        </pc:picChg>
      </pc:sldChg>
      <pc:sldChg chg="addSp delSp modSp new mod ord addAnim delAnim modAnim">
        <pc:chgData name="Alessandro Marchesano" userId="9839d344ee2d2222" providerId="LiveId" clId="{D35252FF-09FB-4A01-9F14-2E651086BE79}" dt="2026-05-07T09:22:35.735" v="17065"/>
        <pc:sldMkLst>
          <pc:docMk/>
          <pc:sldMk cId="2423442680" sldId="327"/>
        </pc:sldMkLst>
        <pc:spChg chg="add mod">
          <ac:chgData name="Alessandro Marchesano" userId="9839d344ee2d2222" providerId="LiveId" clId="{D35252FF-09FB-4A01-9F14-2E651086BE79}" dt="2026-04-21T10:33:40.212" v="13048" actId="1035"/>
          <ac:spMkLst>
            <pc:docMk/>
            <pc:sldMk cId="2423442680" sldId="327"/>
            <ac:spMk id="2" creationId="{3F9A2D96-8D07-D82F-DAC7-02E9F9E5540C}"/>
          </ac:spMkLst>
        </pc:spChg>
        <pc:picChg chg="add del mod">
          <ac:chgData name="Alessandro Marchesano" userId="9839d344ee2d2222" providerId="LiveId" clId="{D35252FF-09FB-4A01-9F14-2E651086BE79}" dt="2026-05-07T09:21:12.462" v="17045" actId="478"/>
          <ac:picMkLst>
            <pc:docMk/>
            <pc:sldMk cId="2423442680" sldId="327"/>
            <ac:picMk id="4" creationId="{92FC4E2D-672D-F106-A8C9-8A9AA8C190FA}"/>
          </ac:picMkLst>
        </pc:picChg>
        <pc:picChg chg="add del mod">
          <ac:chgData name="Alessandro Marchesano" userId="9839d344ee2d2222" providerId="LiveId" clId="{D35252FF-09FB-4A01-9F14-2E651086BE79}" dt="2026-05-07T09:20:39.504" v="17040" actId="478"/>
          <ac:picMkLst>
            <pc:docMk/>
            <pc:sldMk cId="2423442680" sldId="327"/>
            <ac:picMk id="6" creationId="{472C207F-F2A0-B0CE-3CA0-D63A7318CE40}"/>
          </ac:picMkLst>
        </pc:picChg>
        <pc:picChg chg="add mod">
          <ac:chgData name="Alessandro Marchesano" userId="9839d344ee2d2222" providerId="LiveId" clId="{D35252FF-09FB-4A01-9F14-2E651086BE79}" dt="2026-05-07T09:22:26.432" v="17061" actId="1076"/>
          <ac:picMkLst>
            <pc:docMk/>
            <pc:sldMk cId="2423442680" sldId="327"/>
            <ac:picMk id="7" creationId="{F0BBC588-A498-EE03-F2A6-DA23EB46E7B0}"/>
          </ac:picMkLst>
        </pc:picChg>
        <pc:picChg chg="add del mod">
          <ac:chgData name="Alessandro Marchesano" userId="9839d344ee2d2222" providerId="LiveId" clId="{D35252FF-09FB-4A01-9F14-2E651086BE79}" dt="2026-05-07T09:20:39.909" v="17041" actId="478"/>
          <ac:picMkLst>
            <pc:docMk/>
            <pc:sldMk cId="2423442680" sldId="327"/>
            <ac:picMk id="8" creationId="{29B7C3A5-5FD8-9CC0-9A84-0E80E92982FC}"/>
          </ac:picMkLst>
        </pc:picChg>
        <pc:picChg chg="add mod">
          <ac:chgData name="Alessandro Marchesano" userId="9839d344ee2d2222" providerId="LiveId" clId="{D35252FF-09FB-4A01-9F14-2E651086BE79}" dt="2026-04-21T10:33:30.656" v="13045" actId="1076"/>
          <ac:picMkLst>
            <pc:docMk/>
            <pc:sldMk cId="2423442680" sldId="327"/>
            <ac:picMk id="10" creationId="{F6C57041-2AA9-B877-0C00-D4B5188C8697}"/>
          </ac:picMkLst>
        </pc:picChg>
        <pc:picChg chg="add mod">
          <ac:chgData name="Alessandro Marchesano" userId="9839d344ee2d2222" providerId="LiveId" clId="{D35252FF-09FB-4A01-9F14-2E651086BE79}" dt="2026-05-07T09:22:27.905" v="17062" actId="1076"/>
          <ac:picMkLst>
            <pc:docMk/>
            <pc:sldMk cId="2423442680" sldId="327"/>
            <ac:picMk id="11" creationId="{B91571D6-615C-F834-5665-89B74A720FBF}"/>
          </ac:picMkLst>
        </pc:picChg>
      </pc:sldChg>
      <pc:sldChg chg="addSp modSp new mod">
        <pc:chgData name="Alessandro Marchesano" userId="9839d344ee2d2222" providerId="LiveId" clId="{D35252FF-09FB-4A01-9F14-2E651086BE79}" dt="2026-04-21T12:24:28.195" v="13938" actId="20577"/>
        <pc:sldMkLst>
          <pc:docMk/>
          <pc:sldMk cId="2342180224" sldId="329"/>
        </pc:sldMkLst>
        <pc:spChg chg="mod">
          <ac:chgData name="Alessandro Marchesano" userId="9839d344ee2d2222" providerId="LiveId" clId="{D35252FF-09FB-4A01-9F14-2E651086BE79}" dt="2026-04-21T12:21:38.431" v="13911" actId="20577"/>
          <ac:spMkLst>
            <pc:docMk/>
            <pc:sldMk cId="2342180224" sldId="329"/>
            <ac:spMk id="2" creationId="{76F48C82-0EFA-69E8-2F66-42812D509754}"/>
          </ac:spMkLst>
        </pc:spChg>
        <pc:spChg chg="mod">
          <ac:chgData name="Alessandro Marchesano" userId="9839d344ee2d2222" providerId="LiveId" clId="{D35252FF-09FB-4A01-9F14-2E651086BE79}" dt="2026-04-21T12:24:28.195" v="13938" actId="20577"/>
          <ac:spMkLst>
            <pc:docMk/>
            <pc:sldMk cId="2342180224" sldId="329"/>
            <ac:spMk id="3" creationId="{CF210B8F-5294-633B-D1B5-5CE57674741E}"/>
          </ac:spMkLst>
        </pc:spChg>
        <pc:picChg chg="add mod">
          <ac:chgData name="Alessandro Marchesano" userId="9839d344ee2d2222" providerId="LiveId" clId="{D35252FF-09FB-4A01-9F14-2E651086BE79}" dt="2026-04-21T12:22:03.248" v="13916" actId="1076"/>
          <ac:picMkLst>
            <pc:docMk/>
            <pc:sldMk cId="2342180224" sldId="329"/>
            <ac:picMk id="9218" creationId="{83EDBABC-082D-3FA3-7555-1ED881C1B941}"/>
          </ac:picMkLst>
        </pc:picChg>
      </pc:sldChg>
      <pc:sldChg chg="addSp modSp new mod">
        <pc:chgData name="Alessandro Marchesano" userId="9839d344ee2d2222" providerId="LiveId" clId="{D35252FF-09FB-4A01-9F14-2E651086BE79}" dt="2026-04-21T12:38:52.933" v="14261" actId="20577"/>
        <pc:sldMkLst>
          <pc:docMk/>
          <pc:sldMk cId="638664289" sldId="335"/>
        </pc:sldMkLst>
        <pc:spChg chg="mod">
          <ac:chgData name="Alessandro Marchesano" userId="9839d344ee2d2222" providerId="LiveId" clId="{D35252FF-09FB-4A01-9F14-2E651086BE79}" dt="2026-04-21T12:36:31.805" v="14190" actId="14100"/>
          <ac:spMkLst>
            <pc:docMk/>
            <pc:sldMk cId="638664289" sldId="335"/>
            <ac:spMk id="2" creationId="{2E58687B-67B6-0BE8-AFC6-7F9133A6F3C2}"/>
          </ac:spMkLst>
        </pc:spChg>
        <pc:spChg chg="mod">
          <ac:chgData name="Alessandro Marchesano" userId="9839d344ee2d2222" providerId="LiveId" clId="{D35252FF-09FB-4A01-9F14-2E651086BE79}" dt="2026-04-21T12:38:52.933" v="14261" actId="20577"/>
          <ac:spMkLst>
            <pc:docMk/>
            <pc:sldMk cId="638664289" sldId="335"/>
            <ac:spMk id="3" creationId="{E7C4C02F-FB2D-6DA7-D5E1-1D9EA05046EE}"/>
          </ac:spMkLst>
        </pc:spChg>
        <pc:spChg chg="add mod">
          <ac:chgData name="Alessandro Marchesano" userId="9839d344ee2d2222" providerId="LiveId" clId="{D35252FF-09FB-4A01-9F14-2E651086BE79}" dt="2026-04-21T12:33:03.390" v="14172" actId="1076"/>
          <ac:spMkLst>
            <pc:docMk/>
            <pc:sldMk cId="638664289" sldId="335"/>
            <ac:spMk id="4" creationId="{34192CDC-E7B3-98DC-50D1-742810FD6718}"/>
          </ac:spMkLst>
        </pc:spChg>
      </pc:sldChg>
      <pc:sldChg chg="modSp add mod ord">
        <pc:chgData name="Alessandro Marchesano" userId="9839d344ee2d2222" providerId="LiveId" clId="{D35252FF-09FB-4A01-9F14-2E651086BE79}" dt="2026-04-21T09:41:35.376" v="12158"/>
        <pc:sldMkLst>
          <pc:docMk/>
          <pc:sldMk cId="1309014394" sldId="371"/>
        </pc:sldMkLst>
        <pc:spChg chg="mod">
          <ac:chgData name="Alessandro Marchesano" userId="9839d344ee2d2222" providerId="LiveId" clId="{D35252FF-09FB-4A01-9F14-2E651086BE79}" dt="2026-04-21T09:05:42.284" v="11889" actId="20577"/>
          <ac:spMkLst>
            <pc:docMk/>
            <pc:sldMk cId="1309014394" sldId="371"/>
            <ac:spMk id="2" creationId="{1487B114-964D-52E8-6BC0-412D0852735D}"/>
          </ac:spMkLst>
        </pc:spChg>
        <pc:spChg chg="mod">
          <ac:chgData name="Alessandro Marchesano" userId="9839d344ee2d2222" providerId="LiveId" clId="{D35252FF-09FB-4A01-9F14-2E651086BE79}" dt="2026-04-21T09:10:46.786" v="12000" actId="14100"/>
          <ac:spMkLst>
            <pc:docMk/>
            <pc:sldMk cId="1309014394" sldId="371"/>
            <ac:spMk id="3" creationId="{9B10EA24-8F9B-779D-51D8-450B3580667C}"/>
          </ac:spMkLst>
        </pc:spChg>
      </pc:sldChg>
      <pc:sldChg chg="addSp modSp add mod">
        <pc:chgData name="Alessandro Marchesano" userId="9839d344ee2d2222" providerId="LiveId" clId="{D35252FF-09FB-4A01-9F14-2E651086BE79}" dt="2026-04-21T11:52:33.631" v="13738" actId="20577"/>
        <pc:sldMkLst>
          <pc:docMk/>
          <pc:sldMk cId="540979404" sldId="372"/>
        </pc:sldMkLst>
        <pc:spChg chg="mod">
          <ac:chgData name="Alessandro Marchesano" userId="9839d344ee2d2222" providerId="LiveId" clId="{D35252FF-09FB-4A01-9F14-2E651086BE79}" dt="2026-04-21T11:52:33.631" v="13738" actId="20577"/>
          <ac:spMkLst>
            <pc:docMk/>
            <pc:sldMk cId="540979404" sldId="372"/>
            <ac:spMk id="2" creationId="{DD348857-748C-18E4-D541-C31B69164A9D}"/>
          </ac:spMkLst>
        </pc:spChg>
        <pc:spChg chg="add mod">
          <ac:chgData name="Alessandro Marchesano" userId="9839d344ee2d2222" providerId="LiveId" clId="{D35252FF-09FB-4A01-9F14-2E651086BE79}" dt="2026-04-21T11:52:01.504" v="13734" actId="14100"/>
          <ac:spMkLst>
            <pc:docMk/>
            <pc:sldMk cId="540979404" sldId="372"/>
            <ac:spMk id="3" creationId="{3284F293-A928-A8F6-AA0B-B588BBEAF57A}"/>
          </ac:spMkLst>
        </pc:spChg>
      </pc:sldChg>
      <pc:sldChg chg="modSp add mod">
        <pc:chgData name="Alessandro Marchesano" userId="9839d344ee2d2222" providerId="LiveId" clId="{D35252FF-09FB-4A01-9F14-2E651086BE79}" dt="2026-05-07T08:54:02.644" v="16677" actId="20577"/>
        <pc:sldMkLst>
          <pc:docMk/>
          <pc:sldMk cId="8202423" sldId="373"/>
        </pc:sldMkLst>
        <pc:spChg chg="mod">
          <ac:chgData name="Alessandro Marchesano" userId="9839d344ee2d2222" providerId="LiveId" clId="{D35252FF-09FB-4A01-9F14-2E651086BE79}" dt="2026-05-07T08:54:02.644" v="16677" actId="20577"/>
          <ac:spMkLst>
            <pc:docMk/>
            <pc:sldMk cId="8202423" sldId="373"/>
            <ac:spMk id="2" creationId="{8ABD101B-F209-718F-6F6D-881D22C47EC3}"/>
          </ac:spMkLst>
        </pc:spChg>
        <pc:spChg chg="mod">
          <ac:chgData name="Alessandro Marchesano" userId="9839d344ee2d2222" providerId="LiveId" clId="{D35252FF-09FB-4A01-9F14-2E651086BE79}" dt="2026-04-21T09:45:55.168" v="12530" actId="12"/>
          <ac:spMkLst>
            <pc:docMk/>
            <pc:sldMk cId="8202423" sldId="373"/>
            <ac:spMk id="3" creationId="{9191CE81-F9C4-9EC1-8BF9-9D0B3EEE94F1}"/>
          </ac:spMkLst>
        </pc:spChg>
      </pc:sldChg>
      <pc:sldChg chg="addSp modSp add mod">
        <pc:chgData name="Alessandro Marchesano" userId="9839d344ee2d2222" providerId="LiveId" clId="{D35252FF-09FB-4A01-9F14-2E651086BE79}" dt="2026-04-21T09:51:21.890" v="12574" actId="1076"/>
        <pc:sldMkLst>
          <pc:docMk/>
          <pc:sldMk cId="1237954327" sldId="374"/>
        </pc:sldMkLst>
        <pc:spChg chg="mod">
          <ac:chgData name="Alessandro Marchesano" userId="9839d344ee2d2222" providerId="LiveId" clId="{D35252FF-09FB-4A01-9F14-2E651086BE79}" dt="2026-04-21T09:48:30.266" v="12542" actId="20577"/>
          <ac:spMkLst>
            <pc:docMk/>
            <pc:sldMk cId="1237954327" sldId="374"/>
            <ac:spMk id="2" creationId="{25C2D344-2F4C-1324-F3A7-E6FDE159F3EE}"/>
          </ac:spMkLst>
        </pc:spChg>
        <pc:spChg chg="mod">
          <ac:chgData name="Alessandro Marchesano" userId="9839d344ee2d2222" providerId="LiveId" clId="{D35252FF-09FB-4A01-9F14-2E651086BE79}" dt="2026-04-21T09:51:06.322" v="12572" actId="14100"/>
          <ac:spMkLst>
            <pc:docMk/>
            <pc:sldMk cId="1237954327" sldId="374"/>
            <ac:spMk id="3" creationId="{EDB112FA-420B-04AA-3EDD-EA27B0FD7750}"/>
          </ac:spMkLst>
        </pc:spChg>
        <pc:picChg chg="add mod">
          <ac:chgData name="Alessandro Marchesano" userId="9839d344ee2d2222" providerId="LiveId" clId="{D35252FF-09FB-4A01-9F14-2E651086BE79}" dt="2026-04-21T09:51:21.890" v="12574" actId="1076"/>
          <ac:picMkLst>
            <pc:docMk/>
            <pc:sldMk cId="1237954327" sldId="374"/>
            <ac:picMk id="7170" creationId="{DAF622E1-FCE9-29AD-C420-F6AB937BB86F}"/>
          </ac:picMkLst>
        </pc:picChg>
      </pc:sldChg>
      <pc:sldChg chg="addSp delSp modSp add mod">
        <pc:chgData name="Alessandro Marchesano" userId="9839d344ee2d2222" providerId="LiveId" clId="{D35252FF-09FB-4A01-9F14-2E651086BE79}" dt="2026-04-21T09:57:10.528" v="12702" actId="1076"/>
        <pc:sldMkLst>
          <pc:docMk/>
          <pc:sldMk cId="819035399" sldId="375"/>
        </pc:sldMkLst>
        <pc:spChg chg="mod">
          <ac:chgData name="Alessandro Marchesano" userId="9839d344ee2d2222" providerId="LiveId" clId="{D35252FF-09FB-4A01-9F14-2E651086BE79}" dt="2026-04-21T09:53:41.095" v="12592" actId="20577"/>
          <ac:spMkLst>
            <pc:docMk/>
            <pc:sldMk cId="819035399" sldId="375"/>
            <ac:spMk id="2" creationId="{DA0339E7-15AC-FCA3-6D06-515C2AFA2924}"/>
          </ac:spMkLst>
        </pc:spChg>
        <pc:spChg chg="mod">
          <ac:chgData name="Alessandro Marchesano" userId="9839d344ee2d2222" providerId="LiveId" clId="{D35252FF-09FB-4A01-9F14-2E651086BE79}" dt="2026-04-21T09:54:52.761" v="12680" actId="14100"/>
          <ac:spMkLst>
            <pc:docMk/>
            <pc:sldMk cId="819035399" sldId="375"/>
            <ac:spMk id="3" creationId="{69396E59-396C-F359-B3AB-5E7A12FFB665}"/>
          </ac:spMkLst>
        </pc:spChg>
        <pc:spChg chg="add mod">
          <ac:chgData name="Alessandro Marchesano" userId="9839d344ee2d2222" providerId="LiveId" clId="{D35252FF-09FB-4A01-9F14-2E651086BE79}" dt="2026-04-21T09:55:41.617" v="12685" actId="1076"/>
          <ac:spMkLst>
            <pc:docMk/>
            <pc:sldMk cId="819035399" sldId="375"/>
            <ac:spMk id="4" creationId="{8B2145C3-855F-D576-31CE-5B535DD1B73F}"/>
          </ac:spMkLst>
        </pc:spChg>
        <pc:picChg chg="add mod">
          <ac:chgData name="Alessandro Marchesano" userId="9839d344ee2d2222" providerId="LiveId" clId="{D35252FF-09FB-4A01-9F14-2E651086BE79}" dt="2026-04-21T09:57:07.649" v="12701" actId="1076"/>
          <ac:picMkLst>
            <pc:docMk/>
            <pc:sldMk cId="819035399" sldId="375"/>
            <ac:picMk id="8" creationId="{F1252BAD-09DE-AFEB-C7A4-4EC7E1A5E0BE}"/>
          </ac:picMkLst>
        </pc:picChg>
        <pc:picChg chg="add mod">
          <ac:chgData name="Alessandro Marchesano" userId="9839d344ee2d2222" providerId="LiveId" clId="{D35252FF-09FB-4A01-9F14-2E651086BE79}" dt="2026-04-21T09:57:10.528" v="12702" actId="1076"/>
          <ac:picMkLst>
            <pc:docMk/>
            <pc:sldMk cId="819035399" sldId="375"/>
            <ac:picMk id="10" creationId="{63FAF02F-65DE-EBF5-497A-EDA8F44634B0}"/>
          </ac:picMkLst>
        </pc:picChg>
      </pc:sldChg>
      <pc:sldChg chg="delSp modSp add mod">
        <pc:chgData name="Alessandro Marchesano" userId="9839d344ee2d2222" providerId="LiveId" clId="{D35252FF-09FB-4A01-9F14-2E651086BE79}" dt="2026-04-21T10:02:33.350" v="12770" actId="20577"/>
        <pc:sldMkLst>
          <pc:docMk/>
          <pc:sldMk cId="1030989077" sldId="376"/>
        </pc:sldMkLst>
        <pc:spChg chg="mod">
          <ac:chgData name="Alessandro Marchesano" userId="9839d344ee2d2222" providerId="LiveId" clId="{D35252FF-09FB-4A01-9F14-2E651086BE79}" dt="2026-04-21T10:02:33.350" v="12770" actId="20577"/>
          <ac:spMkLst>
            <pc:docMk/>
            <pc:sldMk cId="1030989077" sldId="376"/>
            <ac:spMk id="2" creationId="{C48C90F9-0533-06D4-BA0D-0DA007F4A729}"/>
          </ac:spMkLst>
        </pc:spChg>
        <pc:spChg chg="mod">
          <ac:chgData name="Alessandro Marchesano" userId="9839d344ee2d2222" providerId="LiveId" clId="{D35252FF-09FB-4A01-9F14-2E651086BE79}" dt="2026-04-21T10:02:23.866" v="12766" actId="20577"/>
          <ac:spMkLst>
            <pc:docMk/>
            <pc:sldMk cId="1030989077" sldId="376"/>
            <ac:spMk id="3" creationId="{83DEE815-39FA-D6D1-4535-A67D3B83B800}"/>
          </ac:spMkLst>
        </pc:spChg>
      </pc:sldChg>
      <pc:sldChg chg="modSp add mod">
        <pc:chgData name="Alessandro Marchesano" userId="9839d344ee2d2222" providerId="LiveId" clId="{D35252FF-09FB-4A01-9F14-2E651086BE79}" dt="2026-04-21T10:17:20.861" v="13033" actId="122"/>
        <pc:sldMkLst>
          <pc:docMk/>
          <pc:sldMk cId="2478001454" sldId="377"/>
        </pc:sldMkLst>
        <pc:spChg chg="mod">
          <ac:chgData name="Alessandro Marchesano" userId="9839d344ee2d2222" providerId="LiveId" clId="{D35252FF-09FB-4A01-9F14-2E651086BE79}" dt="2026-04-21T10:04:16.054" v="12776" actId="20577"/>
          <ac:spMkLst>
            <pc:docMk/>
            <pc:sldMk cId="2478001454" sldId="377"/>
            <ac:spMk id="2" creationId="{DAFC1F06-8214-4CE1-AEA9-6CB086797B5C}"/>
          </ac:spMkLst>
        </pc:spChg>
        <pc:spChg chg="mod">
          <ac:chgData name="Alessandro Marchesano" userId="9839d344ee2d2222" providerId="LiveId" clId="{D35252FF-09FB-4A01-9F14-2E651086BE79}" dt="2026-04-21T10:17:20.861" v="13033" actId="122"/>
          <ac:spMkLst>
            <pc:docMk/>
            <pc:sldMk cId="2478001454" sldId="377"/>
            <ac:spMk id="3" creationId="{6789443B-D451-A88C-E59F-5CEFA24AE7E8}"/>
          </ac:spMkLst>
        </pc:spChg>
      </pc:sldChg>
      <pc:sldChg chg="modSp add mod ord modShow">
        <pc:chgData name="Alessandro Marchesano" userId="9839d344ee2d2222" providerId="LiveId" clId="{D35252FF-09FB-4A01-9F14-2E651086BE79}" dt="2026-05-07T10:41:45.989" v="17325" actId="113"/>
        <pc:sldMkLst>
          <pc:docMk/>
          <pc:sldMk cId="3413570317" sldId="378"/>
        </pc:sldMkLst>
        <pc:spChg chg="mod">
          <ac:chgData name="Alessandro Marchesano" userId="9839d344ee2d2222" providerId="LiveId" clId="{D35252FF-09FB-4A01-9F14-2E651086BE79}" dt="2026-04-21T10:57:35.426" v="13301" actId="20577"/>
          <ac:spMkLst>
            <pc:docMk/>
            <pc:sldMk cId="3413570317" sldId="378"/>
            <ac:spMk id="2" creationId="{752829FF-58D2-F0D7-3FD0-CD154A0A2347}"/>
          </ac:spMkLst>
        </pc:spChg>
        <pc:spChg chg="mod">
          <ac:chgData name="Alessandro Marchesano" userId="9839d344ee2d2222" providerId="LiveId" clId="{D35252FF-09FB-4A01-9F14-2E651086BE79}" dt="2026-05-07T10:41:45.989" v="17325" actId="113"/>
          <ac:spMkLst>
            <pc:docMk/>
            <pc:sldMk cId="3413570317" sldId="378"/>
            <ac:spMk id="3" creationId="{5F0E9623-D0AB-4967-325D-2B82EDAE06B0}"/>
          </ac:spMkLst>
        </pc:spChg>
      </pc:sldChg>
      <pc:sldChg chg="modSp add mod">
        <pc:chgData name="Alessandro Marchesano" userId="9839d344ee2d2222" providerId="LiveId" clId="{D35252FF-09FB-4A01-9F14-2E651086BE79}" dt="2026-04-21T13:19:04.177" v="14547" actId="20577"/>
        <pc:sldMkLst>
          <pc:docMk/>
          <pc:sldMk cId="1635726346" sldId="379"/>
        </pc:sldMkLst>
        <pc:spChg chg="mod">
          <ac:chgData name="Alessandro Marchesano" userId="9839d344ee2d2222" providerId="LiveId" clId="{D35252FF-09FB-4A01-9F14-2E651086BE79}" dt="2026-04-21T13:19:04.177" v="14547" actId="20577"/>
          <ac:spMkLst>
            <pc:docMk/>
            <pc:sldMk cId="1635726346" sldId="379"/>
            <ac:spMk id="3" creationId="{75250C10-6FC2-AC6C-BCFF-4B98B3790CA0}"/>
          </ac:spMkLst>
        </pc:spChg>
        <pc:spChg chg="mod">
          <ac:chgData name="Alessandro Marchesano" userId="9839d344ee2d2222" providerId="LiveId" clId="{D35252FF-09FB-4A01-9F14-2E651086BE79}" dt="2026-04-21T12:40:05.992" v="14275" actId="20577"/>
          <ac:spMkLst>
            <pc:docMk/>
            <pc:sldMk cId="1635726346" sldId="379"/>
            <ac:spMk id="4" creationId="{AD6E2B13-A61B-44F6-0305-F5904727962A}"/>
          </ac:spMkLst>
        </pc:spChg>
      </pc:sldChg>
      <pc:sldChg chg="modSp add mod">
        <pc:chgData name="Alessandro Marchesano" userId="9839d344ee2d2222" providerId="LiveId" clId="{D35252FF-09FB-4A01-9F14-2E651086BE79}" dt="2026-04-21T13:42:30.765" v="14869" actId="122"/>
        <pc:sldMkLst>
          <pc:docMk/>
          <pc:sldMk cId="883562443" sldId="380"/>
        </pc:sldMkLst>
        <pc:spChg chg="mod">
          <ac:chgData name="Alessandro Marchesano" userId="9839d344ee2d2222" providerId="LiveId" clId="{D35252FF-09FB-4A01-9F14-2E651086BE79}" dt="2026-04-21T13:42:30.765" v="14869" actId="122"/>
          <ac:spMkLst>
            <pc:docMk/>
            <pc:sldMk cId="883562443" sldId="380"/>
            <ac:spMk id="3" creationId="{F4F0D9F6-220A-C07B-282A-5842109617DC}"/>
          </ac:spMkLst>
        </pc:spChg>
        <pc:spChg chg="mod">
          <ac:chgData name="Alessandro Marchesano" userId="9839d344ee2d2222" providerId="LiveId" clId="{D35252FF-09FB-4A01-9F14-2E651086BE79}" dt="2026-04-21T13:20:42.049" v="14595" actId="20577"/>
          <ac:spMkLst>
            <pc:docMk/>
            <pc:sldMk cId="883562443" sldId="380"/>
            <ac:spMk id="4" creationId="{8FB82BD9-B0BD-F65B-0133-76E4AE519F64}"/>
          </ac:spMkLst>
        </pc:spChg>
      </pc:sldChg>
      <pc:sldChg chg="addSp delSp modSp add mod addAnim delAnim modAnim">
        <pc:chgData name="Alessandro Marchesano" userId="9839d344ee2d2222" providerId="LiveId" clId="{D35252FF-09FB-4A01-9F14-2E651086BE79}" dt="2026-04-21T13:49:14.694" v="14901"/>
        <pc:sldMkLst>
          <pc:docMk/>
          <pc:sldMk cId="2124675060" sldId="381"/>
        </pc:sldMkLst>
        <pc:spChg chg="mod">
          <ac:chgData name="Alessandro Marchesano" userId="9839d344ee2d2222" providerId="LiveId" clId="{D35252FF-09FB-4A01-9F14-2E651086BE79}" dt="2026-04-21T13:45:36.283" v="14880" actId="20577"/>
          <ac:spMkLst>
            <pc:docMk/>
            <pc:sldMk cId="2124675060" sldId="381"/>
            <ac:spMk id="4" creationId="{CEA0F674-8AA9-3E6B-53FE-7003F9EE3E99}"/>
          </ac:spMkLst>
        </pc:spChg>
        <pc:picChg chg="add mod">
          <ac:chgData name="Alessandro Marchesano" userId="9839d344ee2d2222" providerId="LiveId" clId="{D35252FF-09FB-4A01-9F14-2E651086BE79}" dt="2026-04-21T13:48:14.134" v="14891" actId="1076"/>
          <ac:picMkLst>
            <pc:docMk/>
            <pc:sldMk cId="2124675060" sldId="381"/>
            <ac:picMk id="7" creationId="{DFC626F1-4E89-0031-B1BA-2DA29DAE29A4}"/>
          </ac:picMkLst>
        </pc:picChg>
        <pc:picChg chg="add mod">
          <ac:chgData name="Alessandro Marchesano" userId="9839d344ee2d2222" providerId="LiveId" clId="{D35252FF-09FB-4A01-9F14-2E651086BE79}" dt="2026-04-21T13:48:21.966" v="14893" actId="1076"/>
          <ac:picMkLst>
            <pc:docMk/>
            <pc:sldMk cId="2124675060" sldId="381"/>
            <ac:picMk id="9" creationId="{5F0933CF-EFB2-E64A-98E6-9727EE6C574E}"/>
          </ac:picMkLst>
        </pc:picChg>
        <pc:picChg chg="add mod">
          <ac:chgData name="Alessandro Marchesano" userId="9839d344ee2d2222" providerId="LiveId" clId="{D35252FF-09FB-4A01-9F14-2E651086BE79}" dt="2026-04-21T13:49:10.997" v="14899" actId="1076"/>
          <ac:picMkLst>
            <pc:docMk/>
            <pc:sldMk cId="2124675060" sldId="381"/>
            <ac:picMk id="11" creationId="{312542DE-8BE2-97EE-F7D1-50324EA4AD46}"/>
          </ac:picMkLst>
        </pc:picChg>
      </pc:sldChg>
      <pc:sldChg chg="addSp delSp modSp add mod ord">
        <pc:chgData name="Alessandro Marchesano" userId="9839d344ee2d2222" providerId="LiveId" clId="{D35252FF-09FB-4A01-9F14-2E651086BE79}" dt="2026-04-21T14:26:29.525" v="14949" actId="1076"/>
        <pc:sldMkLst>
          <pc:docMk/>
          <pc:sldMk cId="945456005" sldId="382"/>
        </pc:sldMkLst>
        <pc:spChg chg="mod">
          <ac:chgData name="Alessandro Marchesano" userId="9839d344ee2d2222" providerId="LiveId" clId="{D35252FF-09FB-4A01-9F14-2E651086BE79}" dt="2026-04-21T14:07:54.369" v="14912" actId="20577"/>
          <ac:spMkLst>
            <pc:docMk/>
            <pc:sldMk cId="945456005" sldId="382"/>
            <ac:spMk id="2" creationId="{C3055487-D19F-4656-CC7B-EAF851B4865A}"/>
          </ac:spMkLst>
        </pc:spChg>
        <pc:spChg chg="mod">
          <ac:chgData name="Alessandro Marchesano" userId="9839d344ee2d2222" providerId="LiveId" clId="{D35252FF-09FB-4A01-9F14-2E651086BE79}" dt="2026-04-21T14:25:13.551" v="14942"/>
          <ac:spMkLst>
            <pc:docMk/>
            <pc:sldMk cId="945456005" sldId="382"/>
            <ac:spMk id="3" creationId="{0CD3098A-6EFB-0855-B813-293D8F618DBA}"/>
          </ac:spMkLst>
        </pc:spChg>
        <pc:picChg chg="add mod">
          <ac:chgData name="Alessandro Marchesano" userId="9839d344ee2d2222" providerId="LiveId" clId="{D35252FF-09FB-4A01-9F14-2E651086BE79}" dt="2026-04-21T14:26:29.525" v="14949" actId="1076"/>
          <ac:picMkLst>
            <pc:docMk/>
            <pc:sldMk cId="945456005" sldId="382"/>
            <ac:picMk id="10242" creationId="{FFC83018-5C04-F5D4-6906-6DD44304F281}"/>
          </ac:picMkLst>
        </pc:picChg>
      </pc:sldChg>
      <pc:sldChg chg="addSp modSp add mod ord">
        <pc:chgData name="Alessandro Marchesano" userId="9839d344ee2d2222" providerId="LiveId" clId="{D35252FF-09FB-4A01-9F14-2E651086BE79}" dt="2026-04-21T14:47:48.880" v="14986" actId="1076"/>
        <pc:sldMkLst>
          <pc:docMk/>
          <pc:sldMk cId="1907933714" sldId="383"/>
        </pc:sldMkLst>
        <pc:spChg chg="mod">
          <ac:chgData name="Alessandro Marchesano" userId="9839d344ee2d2222" providerId="LiveId" clId="{D35252FF-09FB-4A01-9F14-2E651086BE79}" dt="2026-04-21T14:47:18.529" v="14982" actId="14100"/>
          <ac:spMkLst>
            <pc:docMk/>
            <pc:sldMk cId="1907933714" sldId="383"/>
            <ac:spMk id="3" creationId="{2034BFA3-1952-AFC1-741A-E1C8A917939F}"/>
          </ac:spMkLst>
        </pc:spChg>
        <pc:spChg chg="mod">
          <ac:chgData name="Alessandro Marchesano" userId="9839d344ee2d2222" providerId="LiveId" clId="{D35252FF-09FB-4A01-9F14-2E651086BE79}" dt="2026-04-21T14:08:15.285" v="14930" actId="20577"/>
          <ac:spMkLst>
            <pc:docMk/>
            <pc:sldMk cId="1907933714" sldId="383"/>
            <ac:spMk id="4" creationId="{0A3755D1-E3DF-B850-1E94-EE92CAEFB4B6}"/>
          </ac:spMkLst>
        </pc:spChg>
        <pc:picChg chg="add mod">
          <ac:chgData name="Alessandro Marchesano" userId="9839d344ee2d2222" providerId="LiveId" clId="{D35252FF-09FB-4A01-9F14-2E651086BE79}" dt="2026-04-21T14:47:48.880" v="14986" actId="1076"/>
          <ac:picMkLst>
            <pc:docMk/>
            <pc:sldMk cId="1907933714" sldId="383"/>
            <ac:picMk id="5" creationId="{875CC878-A644-5C6D-ABB9-67D5AE8F034F}"/>
          </ac:picMkLst>
        </pc:picChg>
      </pc:sldChg>
      <pc:sldChg chg="addSp delSp modSp add mod ord modAnim">
        <pc:chgData name="Alessandro Marchesano" userId="9839d344ee2d2222" providerId="LiveId" clId="{D35252FF-09FB-4A01-9F14-2E651086BE79}" dt="2026-04-21T14:37:26.190" v="14970"/>
        <pc:sldMkLst>
          <pc:docMk/>
          <pc:sldMk cId="386825621" sldId="384"/>
        </pc:sldMkLst>
        <pc:spChg chg="mod">
          <ac:chgData name="Alessandro Marchesano" userId="9839d344ee2d2222" providerId="LiveId" clId="{D35252FF-09FB-4A01-9F14-2E651086BE79}" dt="2026-04-21T14:27:03.762" v="14957" actId="20577"/>
          <ac:spMkLst>
            <pc:docMk/>
            <pc:sldMk cId="386825621" sldId="384"/>
            <ac:spMk id="2" creationId="{C5638652-841B-EEB9-3CAE-EC5B8C65AFAF}"/>
          </ac:spMkLst>
        </pc:spChg>
        <pc:picChg chg="add mod">
          <ac:chgData name="Alessandro Marchesano" userId="9839d344ee2d2222" providerId="LiveId" clId="{D35252FF-09FB-4A01-9F14-2E651086BE79}" dt="2026-04-21T14:36:50.067" v="14965" actId="1076"/>
          <ac:picMkLst>
            <pc:docMk/>
            <pc:sldMk cId="386825621" sldId="384"/>
            <ac:picMk id="4" creationId="{E975524C-08CC-92A2-2868-D6416E110F5A}"/>
          </ac:picMkLst>
        </pc:picChg>
        <pc:picChg chg="add mod">
          <ac:chgData name="Alessandro Marchesano" userId="9839d344ee2d2222" providerId="LiveId" clId="{D35252FF-09FB-4A01-9F14-2E651086BE79}" dt="2026-04-21T14:37:24.355" v="14969" actId="1076"/>
          <ac:picMkLst>
            <pc:docMk/>
            <pc:sldMk cId="386825621" sldId="384"/>
            <ac:picMk id="7" creationId="{D6FE4F11-E041-DDE7-3886-E9BDAB02DD92}"/>
          </ac:picMkLst>
        </pc:picChg>
      </pc:sldChg>
      <pc:sldChg chg="delSp modSp add mod">
        <pc:chgData name="Alessandro Marchesano" userId="9839d344ee2d2222" providerId="LiveId" clId="{D35252FF-09FB-4A01-9F14-2E651086BE79}" dt="2026-04-21T14:52:47.546" v="15093" actId="122"/>
        <pc:sldMkLst>
          <pc:docMk/>
          <pc:sldMk cId="4243664055" sldId="385"/>
        </pc:sldMkLst>
        <pc:spChg chg="mod">
          <ac:chgData name="Alessandro Marchesano" userId="9839d344ee2d2222" providerId="LiveId" clId="{D35252FF-09FB-4A01-9F14-2E651086BE79}" dt="2026-04-21T14:52:47.546" v="15093" actId="122"/>
          <ac:spMkLst>
            <pc:docMk/>
            <pc:sldMk cId="4243664055" sldId="385"/>
            <ac:spMk id="3" creationId="{646B649F-306B-64FA-5820-A43770DFC0A8}"/>
          </ac:spMkLst>
        </pc:spChg>
        <pc:spChg chg="mod">
          <ac:chgData name="Alessandro Marchesano" userId="9839d344ee2d2222" providerId="LiveId" clId="{D35252FF-09FB-4A01-9F14-2E651086BE79}" dt="2026-04-21T14:49:02.509" v="15003" actId="20577"/>
          <ac:spMkLst>
            <pc:docMk/>
            <pc:sldMk cId="4243664055" sldId="385"/>
            <ac:spMk id="4" creationId="{CB3BEA1A-F803-6F99-A19E-73EDB3E1DA28}"/>
          </ac:spMkLst>
        </pc:spChg>
      </pc:sldChg>
      <pc:sldChg chg="modSp add mod">
        <pc:chgData name="Alessandro Marchesano" userId="9839d344ee2d2222" providerId="LiveId" clId="{D35252FF-09FB-4A01-9F14-2E651086BE79}" dt="2026-04-21T15:04:58.348" v="15426" actId="20577"/>
        <pc:sldMkLst>
          <pc:docMk/>
          <pc:sldMk cId="590555699" sldId="386"/>
        </pc:sldMkLst>
        <pc:spChg chg="mod">
          <ac:chgData name="Alessandro Marchesano" userId="9839d344ee2d2222" providerId="LiveId" clId="{D35252FF-09FB-4A01-9F14-2E651086BE79}" dt="2026-04-21T15:04:58.348" v="15426" actId="20577"/>
          <ac:spMkLst>
            <pc:docMk/>
            <pc:sldMk cId="590555699" sldId="386"/>
            <ac:spMk id="3" creationId="{6DD3738F-002F-3287-6A56-8B23E2F3B103}"/>
          </ac:spMkLst>
        </pc:spChg>
        <pc:spChg chg="mod">
          <ac:chgData name="Alessandro Marchesano" userId="9839d344ee2d2222" providerId="LiveId" clId="{D35252FF-09FB-4A01-9F14-2E651086BE79}" dt="2026-04-21T14:55:17.008" v="15123" actId="20577"/>
          <ac:spMkLst>
            <pc:docMk/>
            <pc:sldMk cId="590555699" sldId="386"/>
            <ac:spMk id="4" creationId="{C0B479B3-3209-0216-E81B-C4692B7AA86A}"/>
          </ac:spMkLst>
        </pc:spChg>
      </pc:sldChg>
      <pc:sldChg chg="addSp delSp modSp add mod ord delAnim modAnim">
        <pc:chgData name="Alessandro Marchesano" userId="9839d344ee2d2222" providerId="LiveId" clId="{D35252FF-09FB-4A01-9F14-2E651086BE79}" dt="2026-04-21T15:27:33.691" v="15458"/>
        <pc:sldMkLst>
          <pc:docMk/>
          <pc:sldMk cId="2537766243" sldId="387"/>
        </pc:sldMkLst>
        <pc:spChg chg="mod">
          <ac:chgData name="Alessandro Marchesano" userId="9839d344ee2d2222" providerId="LiveId" clId="{D35252FF-09FB-4A01-9F14-2E651086BE79}" dt="2026-04-21T15:06:52.206" v="15442" actId="20577"/>
          <ac:spMkLst>
            <pc:docMk/>
            <pc:sldMk cId="2537766243" sldId="387"/>
            <ac:spMk id="4" creationId="{A2F90F91-26D7-285B-F2D1-3F45C352EF01}"/>
          </ac:spMkLst>
        </pc:spChg>
        <pc:picChg chg="add mod">
          <ac:chgData name="Alessandro Marchesano" userId="9839d344ee2d2222" providerId="LiveId" clId="{D35252FF-09FB-4A01-9F14-2E651086BE79}" dt="2026-04-21T15:27:01.103" v="15453" actId="1076"/>
          <ac:picMkLst>
            <pc:docMk/>
            <pc:sldMk cId="2537766243" sldId="387"/>
            <ac:picMk id="3" creationId="{57FE011B-76D6-B967-D0D6-D129FBEE9EF8}"/>
          </ac:picMkLst>
        </pc:picChg>
        <pc:picChg chg="add mod">
          <ac:chgData name="Alessandro Marchesano" userId="9839d344ee2d2222" providerId="LiveId" clId="{D35252FF-09FB-4A01-9F14-2E651086BE79}" dt="2026-04-21T15:27:28.144" v="15457" actId="1582"/>
          <ac:picMkLst>
            <pc:docMk/>
            <pc:sldMk cId="2537766243" sldId="387"/>
            <ac:picMk id="6" creationId="{A05D6389-0A96-D542-3A48-EEE546FB96D9}"/>
          </ac:picMkLst>
        </pc:picChg>
      </pc:sldChg>
      <pc:sldChg chg="modSp add mod ord">
        <pc:chgData name="Alessandro Marchesano" userId="9839d344ee2d2222" providerId="LiveId" clId="{D35252FF-09FB-4A01-9F14-2E651086BE79}" dt="2026-04-21T15:39:46.529" v="15602" actId="113"/>
        <pc:sldMkLst>
          <pc:docMk/>
          <pc:sldMk cId="2431994493" sldId="388"/>
        </pc:sldMkLst>
        <pc:spChg chg="mod">
          <ac:chgData name="Alessandro Marchesano" userId="9839d344ee2d2222" providerId="LiveId" clId="{D35252FF-09FB-4A01-9F14-2E651086BE79}" dt="2026-04-21T15:39:46.529" v="15602" actId="113"/>
          <ac:spMkLst>
            <pc:docMk/>
            <pc:sldMk cId="2431994493" sldId="388"/>
            <ac:spMk id="3" creationId="{CF23D696-A3FB-3CD1-8384-DB0968335FEB}"/>
          </ac:spMkLst>
        </pc:spChg>
        <pc:spChg chg="mod">
          <ac:chgData name="Alessandro Marchesano" userId="9839d344ee2d2222" providerId="LiveId" clId="{D35252FF-09FB-4A01-9F14-2E651086BE79}" dt="2026-04-21T15:32:26.471" v="15572" actId="20577"/>
          <ac:spMkLst>
            <pc:docMk/>
            <pc:sldMk cId="2431994493" sldId="388"/>
            <ac:spMk id="4" creationId="{171A38AB-B500-CB78-C72A-F97FE33E7459}"/>
          </ac:spMkLst>
        </pc:spChg>
      </pc:sldChg>
      <pc:sldChg chg="addSp delSp modSp add mod ord">
        <pc:chgData name="Alessandro Marchesano" userId="9839d344ee2d2222" providerId="LiveId" clId="{D35252FF-09FB-4A01-9F14-2E651086BE79}" dt="2026-04-24T14:10:29.993" v="15866" actId="20577"/>
        <pc:sldMkLst>
          <pc:docMk/>
          <pc:sldMk cId="608660074" sldId="389"/>
        </pc:sldMkLst>
        <pc:spChg chg="mod">
          <ac:chgData name="Alessandro Marchesano" userId="9839d344ee2d2222" providerId="LiveId" clId="{D35252FF-09FB-4A01-9F14-2E651086BE79}" dt="2026-04-24T14:10:29.993" v="15866" actId="20577"/>
          <ac:spMkLst>
            <pc:docMk/>
            <pc:sldMk cId="608660074" sldId="389"/>
            <ac:spMk id="2" creationId="{1248FD13-0438-5F0E-6A12-E023368C2EB6}"/>
          </ac:spMkLst>
        </pc:spChg>
        <pc:spChg chg="mod">
          <ac:chgData name="Alessandro Marchesano" userId="9839d344ee2d2222" providerId="LiveId" clId="{D35252FF-09FB-4A01-9F14-2E651086BE79}" dt="2026-04-24T14:10:25.678" v="15862" actId="14100"/>
          <ac:spMkLst>
            <pc:docMk/>
            <pc:sldMk cId="608660074" sldId="389"/>
            <ac:spMk id="3" creationId="{57C12C24-15E5-1702-FC1A-F8D6CEEAA27B}"/>
          </ac:spMkLst>
        </pc:spChg>
        <pc:picChg chg="add mod">
          <ac:chgData name="Alessandro Marchesano" userId="9839d344ee2d2222" providerId="LiveId" clId="{D35252FF-09FB-4A01-9F14-2E651086BE79}" dt="2026-04-24T14:10:22.347" v="15861" actId="1076"/>
          <ac:picMkLst>
            <pc:docMk/>
            <pc:sldMk cId="608660074" sldId="389"/>
            <ac:picMk id="1030" creationId="{584B8345-6873-226C-2E25-8BB3048025AB}"/>
          </ac:picMkLst>
        </pc:picChg>
      </pc:sldChg>
      <pc:sldChg chg="addSp delSp modSp add mod">
        <pc:chgData name="Alessandro Marchesano" userId="9839d344ee2d2222" providerId="LiveId" clId="{D35252FF-09FB-4A01-9F14-2E651086BE79}" dt="2026-04-24T14:19:02.146" v="16379" actId="14100"/>
        <pc:sldMkLst>
          <pc:docMk/>
          <pc:sldMk cId="3920603457" sldId="390"/>
        </pc:sldMkLst>
        <pc:spChg chg="mod">
          <ac:chgData name="Alessandro Marchesano" userId="9839d344ee2d2222" providerId="LiveId" clId="{D35252FF-09FB-4A01-9F14-2E651086BE79}" dt="2026-04-24T14:10:34.925" v="15869" actId="20577"/>
          <ac:spMkLst>
            <pc:docMk/>
            <pc:sldMk cId="3920603457" sldId="390"/>
            <ac:spMk id="2" creationId="{DC6CF861-569E-FDFD-9600-89C30AB7331E}"/>
          </ac:spMkLst>
        </pc:spChg>
        <pc:spChg chg="mod">
          <ac:chgData name="Alessandro Marchesano" userId="9839d344ee2d2222" providerId="LiveId" clId="{D35252FF-09FB-4A01-9F14-2E651086BE79}" dt="2026-04-24T14:18:35.997" v="16375" actId="404"/>
          <ac:spMkLst>
            <pc:docMk/>
            <pc:sldMk cId="3920603457" sldId="390"/>
            <ac:spMk id="3" creationId="{8EC49DDB-EBFD-497F-608F-31D55B94A31B}"/>
          </ac:spMkLst>
        </pc:spChg>
        <pc:picChg chg="add mod">
          <ac:chgData name="Alessandro Marchesano" userId="9839d344ee2d2222" providerId="LiveId" clId="{D35252FF-09FB-4A01-9F14-2E651086BE79}" dt="2026-04-24T14:13:07.494" v="16049" actId="1076"/>
          <ac:picMkLst>
            <pc:docMk/>
            <pc:sldMk cId="3920603457" sldId="390"/>
            <ac:picMk id="5" creationId="{6633CA51-CC02-D7CB-8DF4-E0EA113A5816}"/>
          </ac:picMkLst>
        </pc:picChg>
        <pc:picChg chg="add mod">
          <ac:chgData name="Alessandro Marchesano" userId="9839d344ee2d2222" providerId="LiveId" clId="{D35252FF-09FB-4A01-9F14-2E651086BE79}" dt="2026-04-24T14:16:05.092" v="16178" actId="1076"/>
          <ac:picMkLst>
            <pc:docMk/>
            <pc:sldMk cId="3920603457" sldId="390"/>
            <ac:picMk id="7" creationId="{8D1E9316-AB3B-B0B3-C651-A39FB85B736C}"/>
          </ac:picMkLst>
        </pc:picChg>
        <pc:picChg chg="add mod">
          <ac:chgData name="Alessandro Marchesano" userId="9839d344ee2d2222" providerId="LiveId" clId="{D35252FF-09FB-4A01-9F14-2E651086BE79}" dt="2026-04-24T14:16:07.069" v="16179" actId="1076"/>
          <ac:picMkLst>
            <pc:docMk/>
            <pc:sldMk cId="3920603457" sldId="390"/>
            <ac:picMk id="9" creationId="{4C55E54F-6DF9-9CD0-BD97-FCD1A0E52055}"/>
          </ac:picMkLst>
        </pc:picChg>
        <pc:picChg chg="add mod">
          <ac:chgData name="Alessandro Marchesano" userId="9839d344ee2d2222" providerId="LiveId" clId="{D35252FF-09FB-4A01-9F14-2E651086BE79}" dt="2026-04-24T14:16:47.115" v="16187" actId="1076"/>
          <ac:picMkLst>
            <pc:docMk/>
            <pc:sldMk cId="3920603457" sldId="390"/>
            <ac:picMk id="13" creationId="{795A667E-842D-96C5-EA93-153551A71B9A}"/>
          </ac:picMkLst>
        </pc:picChg>
        <pc:picChg chg="add mod">
          <ac:chgData name="Alessandro Marchesano" userId="9839d344ee2d2222" providerId="LiveId" clId="{D35252FF-09FB-4A01-9F14-2E651086BE79}" dt="2026-04-24T14:17:15.620" v="16190" actId="1076"/>
          <ac:picMkLst>
            <pc:docMk/>
            <pc:sldMk cId="3920603457" sldId="390"/>
            <ac:picMk id="15" creationId="{EB7A14D1-DB6C-6786-0BDA-21CF0D514CD7}"/>
          </ac:picMkLst>
        </pc:picChg>
        <pc:cxnChg chg="add mod">
          <ac:chgData name="Alessandro Marchesano" userId="9839d344ee2d2222" providerId="LiveId" clId="{D35252FF-09FB-4A01-9F14-2E651086BE79}" dt="2026-04-24T14:19:02.146" v="16379" actId="14100"/>
          <ac:cxnSpMkLst>
            <pc:docMk/>
            <pc:sldMk cId="3920603457" sldId="390"/>
            <ac:cxnSpMk id="17" creationId="{F2EF2D70-0388-C01C-8F5E-83054B0C1313}"/>
          </ac:cxnSpMkLst>
        </pc:cxnChg>
      </pc:sldChg>
      <pc:sldChg chg="addSp delSp modSp new del mod">
        <pc:chgData name="Alessandro Marchesano" userId="9839d344ee2d2222" providerId="LiveId" clId="{D35252FF-09FB-4A01-9F14-2E651086BE79}" dt="2026-05-07T09:14:43.332" v="16986" actId="2696"/>
        <pc:sldMkLst>
          <pc:docMk/>
          <pc:sldMk cId="2361763793" sldId="391"/>
        </pc:sldMkLst>
        <pc:spChg chg="del">
          <ac:chgData name="Alessandro Marchesano" userId="9839d344ee2d2222" providerId="LiveId" clId="{D35252FF-09FB-4A01-9F14-2E651086BE79}" dt="2026-05-07T08:15:15.195" v="16414" actId="478"/>
          <ac:spMkLst>
            <pc:docMk/>
            <pc:sldMk cId="2361763793" sldId="391"/>
            <ac:spMk id="2" creationId="{B2A9820A-3CDE-0711-E43F-442231DC33A5}"/>
          </ac:spMkLst>
        </pc:spChg>
        <pc:spChg chg="mod">
          <ac:chgData name="Alessandro Marchesano" userId="9839d344ee2d2222" providerId="LiveId" clId="{D35252FF-09FB-4A01-9F14-2E651086BE79}" dt="2026-05-07T08:53:36.327" v="16654" actId="108"/>
          <ac:spMkLst>
            <pc:docMk/>
            <pc:sldMk cId="2361763793" sldId="391"/>
            <ac:spMk id="3" creationId="{972553F8-8FA5-F8B5-1CB2-328C797653CE}"/>
          </ac:spMkLst>
        </pc:spChg>
        <pc:spChg chg="add mod">
          <ac:chgData name="Alessandro Marchesano" userId="9839d344ee2d2222" providerId="LiveId" clId="{D35252FF-09FB-4A01-9F14-2E651086BE79}" dt="2026-05-07T08:40:30.288" v="16488" actId="20577"/>
          <ac:spMkLst>
            <pc:docMk/>
            <pc:sldMk cId="2361763793" sldId="391"/>
            <ac:spMk id="4" creationId="{6DB50294-23F7-DE99-FAB8-2674D94C1F00}"/>
          </ac:spMkLst>
        </pc:spChg>
      </pc:sldChg>
      <pc:sldChg chg="addSp delSp modSp new mod">
        <pc:chgData name="Alessandro Marchesano" userId="9839d344ee2d2222" providerId="LiveId" clId="{D35252FF-09FB-4A01-9F14-2E651086BE79}" dt="2026-05-07T09:28:05.642" v="17094" actId="115"/>
        <pc:sldMkLst>
          <pc:docMk/>
          <pc:sldMk cId="1628668204" sldId="392"/>
        </pc:sldMkLst>
        <pc:spChg chg="del">
          <ac:chgData name="Alessandro Marchesano" userId="9839d344ee2d2222" providerId="LiveId" clId="{D35252FF-09FB-4A01-9F14-2E651086BE79}" dt="2026-05-07T08:39:09.235" v="16421" actId="478"/>
          <ac:spMkLst>
            <pc:docMk/>
            <pc:sldMk cId="1628668204" sldId="392"/>
            <ac:spMk id="2" creationId="{10B7E394-6DE5-DB0F-0393-400DE7B09E09}"/>
          </ac:spMkLst>
        </pc:spChg>
        <pc:spChg chg="mod">
          <ac:chgData name="Alessandro Marchesano" userId="9839d344ee2d2222" providerId="LiveId" clId="{D35252FF-09FB-4A01-9F14-2E651086BE79}" dt="2026-05-07T09:28:05.642" v="17094" actId="115"/>
          <ac:spMkLst>
            <pc:docMk/>
            <pc:sldMk cId="1628668204" sldId="392"/>
            <ac:spMk id="3" creationId="{681D5358-9393-10C2-C9A7-B8F63E74A6DC}"/>
          </ac:spMkLst>
        </pc:spChg>
        <pc:spChg chg="add mod">
          <ac:chgData name="Alessandro Marchesano" userId="9839d344ee2d2222" providerId="LiveId" clId="{D35252FF-09FB-4A01-9F14-2E651086BE79}" dt="2026-05-07T08:39:19.875" v="16460" actId="20577"/>
          <ac:spMkLst>
            <pc:docMk/>
            <pc:sldMk cId="1628668204" sldId="392"/>
            <ac:spMk id="4" creationId="{9BAAAF88-74D7-5A03-7A64-C8DBB7FD3008}"/>
          </ac:spMkLst>
        </pc:spChg>
      </pc:sldChg>
      <pc:sldChg chg="addSp modSp add mod">
        <pc:chgData name="Alessandro Marchesano" userId="9839d344ee2d2222" providerId="LiveId" clId="{D35252FF-09FB-4A01-9F14-2E651086BE79}" dt="2026-05-07T10:32:02.474" v="17320" actId="113"/>
        <pc:sldMkLst>
          <pc:docMk/>
          <pc:sldMk cId="456289981" sldId="393"/>
        </pc:sldMkLst>
        <pc:spChg chg="mod">
          <ac:chgData name="Alessandro Marchesano" userId="9839d344ee2d2222" providerId="LiveId" clId="{D35252FF-09FB-4A01-9F14-2E651086BE79}" dt="2026-05-07T10:32:02.474" v="17320" actId="113"/>
          <ac:spMkLst>
            <pc:docMk/>
            <pc:sldMk cId="456289981" sldId="393"/>
            <ac:spMk id="3" creationId="{8942BAA3-BAE3-88F6-02F4-EF7BDA1622BB}"/>
          </ac:spMkLst>
        </pc:spChg>
        <pc:spChg chg="mod">
          <ac:chgData name="Alessandro Marchesano" userId="9839d344ee2d2222" providerId="LiveId" clId="{D35252FF-09FB-4A01-9F14-2E651086BE79}" dt="2026-05-07T08:39:37.551" v="16480" actId="20577"/>
          <ac:spMkLst>
            <pc:docMk/>
            <pc:sldMk cId="456289981" sldId="393"/>
            <ac:spMk id="4" creationId="{59B13051-3197-27FB-15A7-B3D6BBB4CC4F}"/>
          </ac:spMkLst>
        </pc:spChg>
        <pc:picChg chg="add mod">
          <ac:chgData name="Alessandro Marchesano" userId="9839d344ee2d2222" providerId="LiveId" clId="{D35252FF-09FB-4A01-9F14-2E651086BE79}" dt="2026-05-07T10:22:18.026" v="17276" actId="1076"/>
          <ac:picMkLst>
            <pc:docMk/>
            <pc:sldMk cId="456289981" sldId="393"/>
            <ac:picMk id="5" creationId="{BBCFD749-8704-932E-9F4C-3D85911E5D35}"/>
          </ac:picMkLst>
        </pc:picChg>
        <pc:picChg chg="add mod">
          <ac:chgData name="Alessandro Marchesano" userId="9839d344ee2d2222" providerId="LiveId" clId="{D35252FF-09FB-4A01-9F14-2E651086BE79}" dt="2026-05-07T10:31:54.767" v="17319" actId="1076"/>
          <ac:picMkLst>
            <pc:docMk/>
            <pc:sldMk cId="456289981" sldId="393"/>
            <ac:picMk id="7" creationId="{7F625657-BFB1-313C-F3A6-FB04DFB29E58}"/>
          </ac:picMkLst>
        </pc:picChg>
        <pc:picChg chg="add mod">
          <ac:chgData name="Alessandro Marchesano" userId="9839d344ee2d2222" providerId="LiveId" clId="{D35252FF-09FB-4A01-9F14-2E651086BE79}" dt="2026-05-07T10:26:05.137" v="17309" actId="1076"/>
          <ac:picMkLst>
            <pc:docMk/>
            <pc:sldMk cId="456289981" sldId="393"/>
            <ac:picMk id="1026" creationId="{84639354-CC8C-AA76-59DD-6F1E6428107C}"/>
          </ac:picMkLst>
        </pc:picChg>
      </pc:sldChg>
      <pc:sldChg chg="modSp add mod">
        <pc:chgData name="Alessandro Marchesano" userId="9839d344ee2d2222" providerId="LiveId" clId="{D35252FF-09FB-4A01-9F14-2E651086BE79}" dt="2026-05-07T09:15:19.886" v="16995"/>
        <pc:sldMkLst>
          <pc:docMk/>
          <pc:sldMk cId="4105377325" sldId="394"/>
        </pc:sldMkLst>
        <pc:spChg chg="mod">
          <ac:chgData name="Alessandro Marchesano" userId="9839d344ee2d2222" providerId="LiveId" clId="{D35252FF-09FB-4A01-9F14-2E651086BE79}" dt="2026-05-07T09:01:00.490" v="16680" actId="20577"/>
          <ac:spMkLst>
            <pc:docMk/>
            <pc:sldMk cId="4105377325" sldId="394"/>
            <ac:spMk id="2" creationId="{95EB0500-2AA0-F1E2-D697-7968531556AE}"/>
          </ac:spMkLst>
        </pc:spChg>
        <pc:spChg chg="mod">
          <ac:chgData name="Alessandro Marchesano" userId="9839d344ee2d2222" providerId="LiveId" clId="{D35252FF-09FB-4A01-9F14-2E651086BE79}" dt="2026-05-07T09:15:19.886" v="16995"/>
          <ac:spMkLst>
            <pc:docMk/>
            <pc:sldMk cId="4105377325" sldId="394"/>
            <ac:spMk id="3" creationId="{48CF239D-D596-34A5-54B7-98DB6A219AC5}"/>
          </ac:spMkLst>
        </pc:spChg>
      </pc:sldChg>
      <pc:sldChg chg="addSp delSp modSp new mod">
        <pc:chgData name="Alessandro Marchesano" userId="9839d344ee2d2222" providerId="LiveId" clId="{D35252FF-09FB-4A01-9F14-2E651086BE79}" dt="2026-05-07T09:16:57.049" v="17039" actId="20577"/>
        <pc:sldMkLst>
          <pc:docMk/>
          <pc:sldMk cId="2453564654" sldId="395"/>
        </pc:sldMkLst>
        <pc:spChg chg="del">
          <ac:chgData name="Alessandro Marchesano" userId="9839d344ee2d2222" providerId="LiveId" clId="{D35252FF-09FB-4A01-9F14-2E651086BE79}" dt="2026-05-07T09:08:08.892" v="16767" actId="478"/>
          <ac:spMkLst>
            <pc:docMk/>
            <pc:sldMk cId="2453564654" sldId="395"/>
            <ac:spMk id="2" creationId="{AF7DDD9A-01B4-6D12-31A2-1E694772F8A9}"/>
          </ac:spMkLst>
        </pc:spChg>
        <pc:spChg chg="mod">
          <ac:chgData name="Alessandro Marchesano" userId="9839d344ee2d2222" providerId="LiveId" clId="{D35252FF-09FB-4A01-9F14-2E651086BE79}" dt="2026-05-07T09:16:24.638" v="16997" actId="20577"/>
          <ac:spMkLst>
            <pc:docMk/>
            <pc:sldMk cId="2453564654" sldId="395"/>
            <ac:spMk id="3" creationId="{573278BD-6293-2953-534E-498676FF2425}"/>
          </ac:spMkLst>
        </pc:spChg>
        <pc:spChg chg="add mod">
          <ac:chgData name="Alessandro Marchesano" userId="9839d344ee2d2222" providerId="LiveId" clId="{D35252FF-09FB-4A01-9F14-2E651086BE79}" dt="2026-05-07T09:16:57.049" v="17039" actId="20577"/>
          <ac:spMkLst>
            <pc:docMk/>
            <pc:sldMk cId="2453564654" sldId="395"/>
            <ac:spMk id="4" creationId="{5DFC0787-AEBF-51C0-C9F6-54CB3B926C1A}"/>
          </ac:spMkLst>
        </pc:spChg>
      </pc:sldChg>
      <pc:sldChg chg="addSp modSp add mod ord">
        <pc:chgData name="Alessandro Marchesano" userId="9839d344ee2d2222" providerId="LiveId" clId="{D35252FF-09FB-4A01-9F14-2E651086BE79}" dt="2026-05-07T10:09:34.662" v="17132" actId="1076"/>
        <pc:sldMkLst>
          <pc:docMk/>
          <pc:sldMk cId="939207787" sldId="396"/>
        </pc:sldMkLst>
        <pc:spChg chg="mod">
          <ac:chgData name="Alessandro Marchesano" userId="9839d344ee2d2222" providerId="LiveId" clId="{D35252FF-09FB-4A01-9F14-2E651086BE79}" dt="2026-05-07T10:06:59.134" v="17126" actId="114"/>
          <ac:spMkLst>
            <pc:docMk/>
            <pc:sldMk cId="939207787" sldId="396"/>
            <ac:spMk id="3" creationId="{14292AC7-808E-D5CE-B72B-D7C46A06ADEE}"/>
          </ac:spMkLst>
        </pc:spChg>
        <pc:spChg chg="mod">
          <ac:chgData name="Alessandro Marchesano" userId="9839d344ee2d2222" providerId="LiveId" clId="{D35252FF-09FB-4A01-9F14-2E651086BE79}" dt="2026-05-07T09:57:53.107" v="17106" actId="20577"/>
          <ac:spMkLst>
            <pc:docMk/>
            <pc:sldMk cId="939207787" sldId="396"/>
            <ac:spMk id="4" creationId="{C1EAB3B8-A38A-FCE9-E068-146A0BBF90AA}"/>
          </ac:spMkLst>
        </pc:spChg>
        <pc:picChg chg="add mod modCrop">
          <ac:chgData name="Alessandro Marchesano" userId="9839d344ee2d2222" providerId="LiveId" clId="{D35252FF-09FB-4A01-9F14-2E651086BE79}" dt="2026-05-07T10:09:34.662" v="17132" actId="1076"/>
          <ac:picMkLst>
            <pc:docMk/>
            <pc:sldMk cId="939207787" sldId="396"/>
            <ac:picMk id="5" creationId="{159163B1-CF19-CDB9-5F2F-839F98B03252}"/>
          </ac:picMkLst>
        </pc:picChg>
      </pc:sldChg>
      <pc:sldChg chg="addSp delSp modSp add mod">
        <pc:chgData name="Alessandro Marchesano" userId="9839d344ee2d2222" providerId="LiveId" clId="{D35252FF-09FB-4A01-9F14-2E651086BE79}" dt="2026-05-07T10:15:50.693" v="17230" actId="1076"/>
        <pc:sldMkLst>
          <pc:docMk/>
          <pc:sldMk cId="3654442871" sldId="397"/>
        </pc:sldMkLst>
        <pc:spChg chg="mod">
          <ac:chgData name="Alessandro Marchesano" userId="9839d344ee2d2222" providerId="LiveId" clId="{D35252FF-09FB-4A01-9F14-2E651086BE79}" dt="2026-05-07T10:15:16.164" v="17224" actId="20577"/>
          <ac:spMkLst>
            <pc:docMk/>
            <pc:sldMk cId="3654442871" sldId="397"/>
            <ac:spMk id="3" creationId="{6D8F7E24-5C68-9F04-05B0-56EE9F366EBC}"/>
          </ac:spMkLst>
        </pc:spChg>
        <pc:spChg chg="mod">
          <ac:chgData name="Alessandro Marchesano" userId="9839d344ee2d2222" providerId="LiveId" clId="{D35252FF-09FB-4A01-9F14-2E651086BE79}" dt="2026-05-07T10:11:52.636" v="17181" actId="20577"/>
          <ac:spMkLst>
            <pc:docMk/>
            <pc:sldMk cId="3654442871" sldId="397"/>
            <ac:spMk id="4" creationId="{E2B8B915-BBC2-A158-CB1A-9D259B4DA3AD}"/>
          </ac:spMkLst>
        </pc:spChg>
        <pc:picChg chg="del">
          <ac:chgData name="Alessandro Marchesano" userId="9839d344ee2d2222" providerId="LiveId" clId="{D35252FF-09FB-4A01-9F14-2E651086BE79}" dt="2026-05-07T10:10:40.583" v="17164" actId="478"/>
          <ac:picMkLst>
            <pc:docMk/>
            <pc:sldMk cId="3654442871" sldId="397"/>
            <ac:picMk id="5" creationId="{4B122D01-A99C-2258-0370-D6D2A43DDF6B}"/>
          </ac:picMkLst>
        </pc:picChg>
        <pc:picChg chg="add mod">
          <ac:chgData name="Alessandro Marchesano" userId="9839d344ee2d2222" providerId="LiveId" clId="{D35252FF-09FB-4A01-9F14-2E651086BE79}" dt="2026-05-07T10:15:17.924" v="17225" actId="1076"/>
          <ac:picMkLst>
            <pc:docMk/>
            <pc:sldMk cId="3654442871" sldId="397"/>
            <ac:picMk id="6" creationId="{525A7CC4-3D86-CC25-1E1D-549FE4A8A109}"/>
          </ac:picMkLst>
        </pc:picChg>
        <pc:picChg chg="add mod">
          <ac:chgData name="Alessandro Marchesano" userId="9839d344ee2d2222" providerId="LiveId" clId="{D35252FF-09FB-4A01-9F14-2E651086BE79}" dt="2026-05-07T10:15:50.693" v="17230" actId="1076"/>
          <ac:picMkLst>
            <pc:docMk/>
            <pc:sldMk cId="3654442871" sldId="397"/>
            <ac:picMk id="8" creationId="{E2F17A74-4BB0-7C57-437C-32C7B0E1234E}"/>
          </ac:picMkLst>
        </pc:picChg>
      </pc:sldChg>
      <pc:sldChg chg="addSp modSp add mod">
        <pc:chgData name="Alessandro Marchesano" userId="9839d344ee2d2222" providerId="LiveId" clId="{D35252FF-09FB-4A01-9F14-2E651086BE79}" dt="2026-05-07T10:18:01.996" v="17265" actId="1076"/>
        <pc:sldMkLst>
          <pc:docMk/>
          <pc:sldMk cId="2417382357" sldId="398"/>
        </pc:sldMkLst>
        <pc:spChg chg="mod">
          <ac:chgData name="Alessandro Marchesano" userId="9839d344ee2d2222" providerId="LiveId" clId="{D35252FF-09FB-4A01-9F14-2E651086BE79}" dt="2026-05-07T10:17:18.643" v="17254" actId="20577"/>
          <ac:spMkLst>
            <pc:docMk/>
            <pc:sldMk cId="2417382357" sldId="398"/>
            <ac:spMk id="3" creationId="{5FFBD333-2ACE-544A-C178-156825134702}"/>
          </ac:spMkLst>
        </pc:spChg>
        <pc:spChg chg="mod">
          <ac:chgData name="Alessandro Marchesano" userId="9839d344ee2d2222" providerId="LiveId" clId="{D35252FF-09FB-4A01-9F14-2E651086BE79}" dt="2026-05-07T10:11:58.147" v="17184" actId="20577"/>
          <ac:spMkLst>
            <pc:docMk/>
            <pc:sldMk cId="2417382357" sldId="398"/>
            <ac:spMk id="4" creationId="{324450DB-C86E-0570-4743-DF0C840D7AE4}"/>
          </ac:spMkLst>
        </pc:spChg>
        <pc:spChg chg="add mod">
          <ac:chgData name="Alessandro Marchesano" userId="9839d344ee2d2222" providerId="LiveId" clId="{D35252FF-09FB-4A01-9F14-2E651086BE79}" dt="2026-05-07T10:18:01.996" v="17265" actId="1076"/>
          <ac:spMkLst>
            <pc:docMk/>
            <pc:sldMk cId="2417382357" sldId="398"/>
            <ac:spMk id="6" creationId="{E103383F-B2C2-4488-EF72-8DB3B78382F1}"/>
          </ac:spMkLst>
        </pc:spChg>
        <pc:picChg chg="add mod">
          <ac:chgData name="Alessandro Marchesano" userId="9839d344ee2d2222" providerId="LiveId" clId="{D35252FF-09FB-4A01-9F14-2E651086BE79}" dt="2026-05-07T10:16:26.701" v="17233" actId="1076"/>
          <ac:picMkLst>
            <pc:docMk/>
            <pc:sldMk cId="2417382357" sldId="398"/>
            <ac:picMk id="5" creationId="{D08C05A2-9593-CB0D-53E2-78B9BCAF84B8}"/>
          </ac:picMkLst>
        </pc:picChg>
        <pc:picChg chg="add mod">
          <ac:chgData name="Alessandro Marchesano" userId="9839d344ee2d2222" providerId="LiveId" clId="{D35252FF-09FB-4A01-9F14-2E651086BE79}" dt="2026-05-07T10:17:56.803" v="17264" actId="1076"/>
          <ac:picMkLst>
            <pc:docMk/>
            <pc:sldMk cId="2417382357" sldId="398"/>
            <ac:picMk id="8" creationId="{93A72DC8-9A5F-C7F1-B81C-87345DBFD9BB}"/>
          </ac:picMkLst>
        </pc:picChg>
      </pc:sldChg>
      <pc:sldChg chg="modSp add del mod ord">
        <pc:chgData name="Alessandro Marchesano" userId="9839d344ee2d2222" providerId="LiveId" clId="{D35252FF-09FB-4A01-9F14-2E651086BE79}" dt="2026-05-07T11:06:10.446" v="17617" actId="2696"/>
        <pc:sldMkLst>
          <pc:docMk/>
          <pc:sldMk cId="1178191762" sldId="399"/>
        </pc:sldMkLst>
        <pc:spChg chg="mod">
          <ac:chgData name="Alessandro Marchesano" userId="9839d344ee2d2222" providerId="LiveId" clId="{D35252FF-09FB-4A01-9F14-2E651086BE79}" dt="2026-05-07T11:03:36.560" v="17616" actId="20577"/>
          <ac:spMkLst>
            <pc:docMk/>
            <pc:sldMk cId="1178191762" sldId="399"/>
            <ac:spMk id="3" creationId="{F4433773-023E-D9E0-CDF7-853155D54C25}"/>
          </ac:spMkLst>
        </pc:spChg>
        <pc:spChg chg="mod">
          <ac:chgData name="Alessandro Marchesano" userId="9839d344ee2d2222" providerId="LiveId" clId="{D35252FF-09FB-4A01-9F14-2E651086BE79}" dt="2026-05-07T11:01:34.488" v="17395" actId="20577"/>
          <ac:spMkLst>
            <pc:docMk/>
            <pc:sldMk cId="1178191762" sldId="399"/>
            <ac:spMk id="4" creationId="{787D560A-A3B2-3774-D130-3D2215651B5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7DDB3B-021C-42D6-993A-EACEEA753B55}" type="datetimeFigureOut">
              <a:rPr lang="en-US" smtClean="0"/>
              <a:t>5/7/2026</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80C84D-FA35-409A-8749-0F28712FA342}" type="slidenum">
              <a:rPr lang="en-US" smtClean="0"/>
              <a:t>‹N›</a:t>
            </a:fld>
            <a:endParaRPr lang="en-US"/>
          </a:p>
        </p:txBody>
      </p:sp>
    </p:spTree>
    <p:extLst>
      <p:ext uri="{BB962C8B-B14F-4D97-AF65-F5344CB8AC3E}">
        <p14:creationId xmlns:p14="http://schemas.microsoft.com/office/powerpoint/2010/main" val="7080115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endParaRPr lang="en-US" dirty="0"/>
          </a:p>
        </p:txBody>
      </p:sp>
      <p:sp>
        <p:nvSpPr>
          <p:cNvPr id="4" name="Segnaposto numero diapositiva 3"/>
          <p:cNvSpPr>
            <a:spLocks noGrp="1"/>
          </p:cNvSpPr>
          <p:nvPr>
            <p:ph type="sldNum" sz="quarter" idx="5"/>
          </p:nvPr>
        </p:nvSpPr>
        <p:spPr/>
        <p:txBody>
          <a:bodyPr/>
          <a:lstStyle/>
          <a:p>
            <a:fld id="{1C80C84D-FA35-409A-8749-0F28712FA342}" type="slidenum">
              <a:rPr lang="en-US" smtClean="0"/>
              <a:t>2</a:t>
            </a:fld>
            <a:endParaRPr lang="en-US"/>
          </a:p>
        </p:txBody>
      </p:sp>
    </p:spTree>
    <p:extLst>
      <p:ext uri="{BB962C8B-B14F-4D97-AF65-F5344CB8AC3E}">
        <p14:creationId xmlns:p14="http://schemas.microsoft.com/office/powerpoint/2010/main" val="2371015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Layout COPERTINA">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FAA2EA20-62F0-4BD7-A0E8-95FFE82F0DCA}"/>
              </a:ext>
            </a:extLst>
          </p:cNvPr>
          <p:cNvSpPr>
            <a:spLocks noGrp="1"/>
          </p:cNvSpPr>
          <p:nvPr>
            <p:ph type="title" hasCustomPrompt="1"/>
          </p:nvPr>
        </p:nvSpPr>
        <p:spPr>
          <a:xfrm>
            <a:off x="4751917" y="548680"/>
            <a:ext cx="7101458" cy="4536504"/>
          </a:xfrm>
          <a:prstGeom prst="rect">
            <a:avLst/>
          </a:prstGeom>
        </p:spPr>
        <p:txBody>
          <a:bodyPr anchor="ctr" anchorCtr="0"/>
          <a:lstStyle>
            <a:lvl1pPr algn="l">
              <a:defRPr lang="it-IT" sz="3600" b="1" kern="1200" dirty="0">
                <a:solidFill>
                  <a:schemeClr val="tx1">
                    <a:lumMod val="65000"/>
                    <a:lumOff val="35000"/>
                  </a:schemeClr>
                </a:solidFill>
                <a:latin typeface="+mj-lt"/>
                <a:ea typeface="+mn-ea"/>
                <a:cs typeface="+mn-cs"/>
              </a:defRPr>
            </a:lvl1pPr>
          </a:lstStyle>
          <a:p>
            <a:pPr lvl="0"/>
            <a:r>
              <a:rPr lang="it-IT" dirty="0"/>
              <a:t>Fare clic per inserire il titolo della presentazione (obbligatorio per l’accessibilità del documento)</a:t>
            </a:r>
          </a:p>
        </p:txBody>
      </p:sp>
      <p:sp>
        <p:nvSpPr>
          <p:cNvPr id="6" name="Segnaposto testo 5"/>
          <p:cNvSpPr>
            <a:spLocks noGrp="1"/>
          </p:cNvSpPr>
          <p:nvPr>
            <p:ph type="body" sz="quarter" idx="11" hasCustomPrompt="1"/>
          </p:nvPr>
        </p:nvSpPr>
        <p:spPr>
          <a:xfrm>
            <a:off x="4751917" y="5379814"/>
            <a:ext cx="7008283" cy="425450"/>
          </a:xfrm>
          <a:prstGeom prst="rect">
            <a:avLst/>
          </a:prstGeom>
        </p:spPr>
        <p:txBody>
          <a:bodyPr/>
          <a:lstStyle>
            <a:lvl1pPr marL="0" indent="0">
              <a:buNone/>
              <a:defRPr sz="2400" b="1">
                <a:solidFill>
                  <a:schemeClr val="tx1">
                    <a:lumMod val="65000"/>
                    <a:lumOff val="35000"/>
                  </a:schemeClr>
                </a:solidFill>
                <a:latin typeface="+mj-lt"/>
              </a:defRPr>
            </a:lvl1pPr>
          </a:lstStyle>
          <a:p>
            <a:pPr lvl="0"/>
            <a:r>
              <a:rPr lang="it-IT" dirty="0"/>
              <a:t>Nome Cognome</a:t>
            </a:r>
          </a:p>
        </p:txBody>
      </p:sp>
      <p:sp>
        <p:nvSpPr>
          <p:cNvPr id="8" name="Segnaposto testo 7"/>
          <p:cNvSpPr>
            <a:spLocks noGrp="1"/>
          </p:cNvSpPr>
          <p:nvPr>
            <p:ph type="body" sz="quarter" idx="12" hasCustomPrompt="1"/>
          </p:nvPr>
        </p:nvSpPr>
        <p:spPr>
          <a:xfrm>
            <a:off x="4751918" y="5877942"/>
            <a:ext cx="7105649" cy="791418"/>
          </a:xfrm>
          <a:prstGeom prst="rect">
            <a:avLst/>
          </a:prstGeom>
        </p:spPr>
        <p:txBody>
          <a:bodyPr/>
          <a:lstStyle>
            <a:lvl1pPr marL="0" indent="0">
              <a:buNone/>
              <a:defRPr sz="2000" baseline="0">
                <a:solidFill>
                  <a:schemeClr val="tx1">
                    <a:lumMod val="65000"/>
                    <a:lumOff val="35000"/>
                  </a:schemeClr>
                </a:solidFill>
                <a:latin typeface="+mj-lt"/>
              </a:defRPr>
            </a:lvl1pPr>
          </a:lstStyle>
          <a:p>
            <a:pPr lvl="0"/>
            <a:r>
              <a:rPr lang="it-IT" dirty="0"/>
              <a:t>Dipartimento/Struttura </a:t>
            </a:r>
            <a:r>
              <a:rPr lang="it-IT" dirty="0" err="1"/>
              <a:t>xxxxxx</a:t>
            </a:r>
            <a:r>
              <a:rPr lang="it-IT" dirty="0"/>
              <a:t> </a:t>
            </a:r>
            <a:r>
              <a:rPr lang="it-IT" dirty="0" err="1"/>
              <a:t>xxxxxxxxxxxx</a:t>
            </a:r>
            <a:r>
              <a:rPr lang="it-IT" dirty="0"/>
              <a:t> </a:t>
            </a:r>
            <a:r>
              <a:rPr lang="it-IT" dirty="0" err="1"/>
              <a:t>xxxxxxxx</a:t>
            </a:r>
            <a:r>
              <a:rPr lang="it-IT" dirty="0"/>
              <a:t> </a:t>
            </a:r>
            <a:r>
              <a:rPr lang="it-IT" dirty="0" err="1"/>
              <a:t>xxxxx</a:t>
            </a:r>
            <a:r>
              <a:rPr lang="it-IT" dirty="0"/>
              <a:t> </a:t>
            </a:r>
            <a:r>
              <a:rPr lang="it-IT" dirty="0" err="1"/>
              <a:t>xxxxxxxxxxxxxxxxxxx</a:t>
            </a:r>
            <a:r>
              <a:rPr lang="it-IT" dirty="0"/>
              <a:t> </a:t>
            </a:r>
            <a:r>
              <a:rPr lang="it-IT" dirty="0" err="1"/>
              <a:t>xxxxx</a:t>
            </a:r>
            <a:endParaRPr lang="it-IT" dirty="0"/>
          </a:p>
        </p:txBody>
      </p:sp>
    </p:spTree>
    <p:extLst>
      <p:ext uri="{BB962C8B-B14F-4D97-AF65-F5344CB8AC3E}">
        <p14:creationId xmlns:p14="http://schemas.microsoft.com/office/powerpoint/2010/main" val="2566725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con punto elenco">
    <p:spTree>
      <p:nvGrpSpPr>
        <p:cNvPr id="1" name=""/>
        <p:cNvGrpSpPr/>
        <p:nvPr/>
      </p:nvGrpSpPr>
      <p:grpSpPr>
        <a:xfrm>
          <a:off x="0" y="0"/>
          <a:ext cx="0" cy="0"/>
          <a:chOff x="0" y="0"/>
          <a:chExt cx="0" cy="0"/>
        </a:xfrm>
      </p:grpSpPr>
      <p:sp>
        <p:nvSpPr>
          <p:cNvPr id="5" name="Titolo 2">
            <a:extLst>
              <a:ext uri="{FF2B5EF4-FFF2-40B4-BE49-F238E27FC236}">
                <a16:creationId xmlns:a16="http://schemas.microsoft.com/office/drawing/2014/main" id="{291F23F9-79DA-4813-9876-ED5F4D609BBA}"/>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8" name="Segnaposto testo 7"/>
          <p:cNvSpPr>
            <a:spLocks noGrp="1"/>
          </p:cNvSpPr>
          <p:nvPr>
            <p:ph type="body" sz="quarter" idx="11" hasCustomPrompt="1"/>
          </p:nvPr>
        </p:nvSpPr>
        <p:spPr>
          <a:xfrm>
            <a:off x="527051" y="1412876"/>
            <a:ext cx="11233149" cy="431949"/>
          </a:xfrm>
          <a:prstGeom prst="rect">
            <a:avLst/>
          </a:prstGeom>
        </p:spPr>
        <p:txBody>
          <a:bodyPr/>
          <a:lstStyle>
            <a:lvl1pPr marL="0" indent="0">
              <a:buFont typeface="Arial" panose="020B0604020202020204" pitchFamily="34" charset="0"/>
              <a:buNone/>
              <a:defRPr sz="1800" baseline="0">
                <a:latin typeface="+mn-lt"/>
              </a:defRPr>
            </a:lvl1pPr>
          </a:lstStyle>
          <a:p>
            <a:pPr lvl="0"/>
            <a:r>
              <a:rPr lang="it-IT" dirty="0"/>
              <a:t>Fare clic per modificare il testo</a:t>
            </a:r>
          </a:p>
        </p:txBody>
      </p:sp>
      <p:sp>
        <p:nvSpPr>
          <p:cNvPr id="10" name="Segnaposto testo 9"/>
          <p:cNvSpPr>
            <a:spLocks noGrp="1"/>
          </p:cNvSpPr>
          <p:nvPr>
            <p:ph type="body" sz="quarter" idx="12" hasCustomPrompt="1"/>
          </p:nvPr>
        </p:nvSpPr>
        <p:spPr>
          <a:xfrm>
            <a:off x="527051" y="1989138"/>
            <a:ext cx="11233149" cy="3744118"/>
          </a:xfrm>
          <a:prstGeom prst="rect">
            <a:avLst/>
          </a:prstGeom>
        </p:spPr>
        <p:txBody>
          <a:bodyPr/>
          <a:lstStyle>
            <a:lvl1pPr marL="285750" indent="-285750">
              <a:buFont typeface="Wingdings" panose="05000000000000000000" pitchFamily="2" charset="2"/>
              <a:buChar char="§"/>
              <a:defRPr sz="1800" baseline="0">
                <a:latin typeface="Century Gothic" panose="020B0502020202020204" pitchFamily="34" charset="0"/>
              </a:defRPr>
            </a:lvl1pPr>
            <a:lvl2pPr marL="742950" indent="-285750">
              <a:buFont typeface="Wingdings" panose="05000000000000000000" pitchFamily="2" charset="2"/>
              <a:buChar char="§"/>
              <a:defRPr sz="1800">
                <a:latin typeface="+mn-lt"/>
              </a:defRPr>
            </a:lvl2pPr>
          </a:lstStyle>
          <a:p>
            <a:pPr lvl="1"/>
            <a:r>
              <a:rPr lang="it-IT" dirty="0"/>
              <a:t>Fare clic per modificare il punto elenco uno</a:t>
            </a:r>
          </a:p>
          <a:p>
            <a:pPr lvl="1"/>
            <a:r>
              <a:rPr lang="it-IT" dirty="0"/>
              <a:t>Fare clic per modificare il punto elenco due</a:t>
            </a:r>
          </a:p>
          <a:p>
            <a:pPr lvl="1"/>
            <a:r>
              <a:rPr lang="it-IT" dirty="0"/>
              <a:t>Fare clic per modificare il punto elenco tre</a:t>
            </a:r>
          </a:p>
          <a:p>
            <a:pPr lvl="1"/>
            <a:r>
              <a:rPr lang="it-IT" dirty="0"/>
              <a:t>Fare clic per modificare il punto elenco quattro</a:t>
            </a:r>
          </a:p>
        </p:txBody>
      </p:sp>
    </p:spTree>
    <p:extLst>
      <p:ext uri="{BB962C8B-B14F-4D97-AF65-F5344CB8AC3E}">
        <p14:creationId xmlns:p14="http://schemas.microsoft.com/office/powerpoint/2010/main" val="3043853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semplice">
    <p:spTree>
      <p:nvGrpSpPr>
        <p:cNvPr id="1" name=""/>
        <p:cNvGrpSpPr/>
        <p:nvPr/>
      </p:nvGrpSpPr>
      <p:grpSpPr>
        <a:xfrm>
          <a:off x="0" y="0"/>
          <a:ext cx="0" cy="0"/>
          <a:chOff x="0" y="0"/>
          <a:chExt cx="0" cy="0"/>
        </a:xfrm>
      </p:grpSpPr>
      <p:sp>
        <p:nvSpPr>
          <p:cNvPr id="4" name="Titolo 2">
            <a:extLst>
              <a:ext uri="{FF2B5EF4-FFF2-40B4-BE49-F238E27FC236}">
                <a16:creationId xmlns:a16="http://schemas.microsoft.com/office/drawing/2014/main" id="{C953DF58-DB43-4138-900E-5230527103AE}"/>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9" name="Segnaposto testo 7"/>
          <p:cNvSpPr>
            <a:spLocks noGrp="1"/>
          </p:cNvSpPr>
          <p:nvPr>
            <p:ph type="body" sz="quarter" idx="11" hasCustomPrompt="1"/>
          </p:nvPr>
        </p:nvSpPr>
        <p:spPr>
          <a:xfrm>
            <a:off x="527051" y="1412875"/>
            <a:ext cx="11233149" cy="4320381"/>
          </a:xfrm>
          <a:prstGeom prst="rect">
            <a:avLst/>
          </a:prstGeom>
        </p:spPr>
        <p:txBody>
          <a:bodyPr/>
          <a:lstStyle>
            <a:lvl1pPr marL="0" indent="0">
              <a:buFont typeface="Arial" panose="020B0604020202020204" pitchFamily="34" charset="0"/>
              <a:buNone/>
              <a:defRPr sz="1800" baseline="0">
                <a:latin typeface="+mn-lt"/>
              </a:defRPr>
            </a:lvl1pPr>
          </a:lstStyle>
          <a:p>
            <a:pPr lvl="0"/>
            <a:r>
              <a:rPr lang="it-IT" dirty="0"/>
              <a:t>Fare clic per modificare il testo</a:t>
            </a:r>
          </a:p>
        </p:txBody>
      </p:sp>
    </p:spTree>
    <p:extLst>
      <p:ext uri="{BB962C8B-B14F-4D97-AF65-F5344CB8AC3E}">
        <p14:creationId xmlns:p14="http://schemas.microsoft.com/office/powerpoint/2010/main" val="3418157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a con grafico">
    <p:spTree>
      <p:nvGrpSpPr>
        <p:cNvPr id="1" name=""/>
        <p:cNvGrpSpPr/>
        <p:nvPr/>
      </p:nvGrpSpPr>
      <p:grpSpPr>
        <a:xfrm>
          <a:off x="0" y="0"/>
          <a:ext cx="0" cy="0"/>
          <a:chOff x="0" y="0"/>
          <a:chExt cx="0" cy="0"/>
        </a:xfrm>
      </p:grpSpPr>
      <p:sp>
        <p:nvSpPr>
          <p:cNvPr id="5" name="Titolo 2">
            <a:extLst>
              <a:ext uri="{FF2B5EF4-FFF2-40B4-BE49-F238E27FC236}">
                <a16:creationId xmlns:a16="http://schemas.microsoft.com/office/drawing/2014/main" id="{A084498A-9D82-4C74-A84D-9D132BF780F4}"/>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9" name="Segnaposto grafico 8"/>
          <p:cNvSpPr>
            <a:spLocks noGrp="1"/>
          </p:cNvSpPr>
          <p:nvPr>
            <p:ph type="chart" sz="quarter" idx="10" hasCustomPrompt="1"/>
          </p:nvPr>
        </p:nvSpPr>
        <p:spPr>
          <a:xfrm>
            <a:off x="911026" y="2781300"/>
            <a:ext cx="10369551" cy="2879948"/>
          </a:xfrm>
          <a:prstGeom prst="rect">
            <a:avLst/>
          </a:prstGeom>
        </p:spPr>
        <p:txBody>
          <a:bodyPr/>
          <a:lstStyle>
            <a:lvl1pPr marL="0" indent="0">
              <a:buNone/>
              <a:defRPr sz="1800" baseline="0">
                <a:latin typeface="+mn-lt"/>
              </a:defRPr>
            </a:lvl1pPr>
          </a:lstStyle>
          <a:p>
            <a:r>
              <a:rPr lang="it-IT" dirty="0"/>
              <a:t>Fare clic sull’icona per inserire un grafico</a:t>
            </a:r>
          </a:p>
        </p:txBody>
      </p:sp>
      <p:sp>
        <p:nvSpPr>
          <p:cNvPr id="11" name="Segnaposto testo 7"/>
          <p:cNvSpPr>
            <a:spLocks noGrp="1"/>
          </p:cNvSpPr>
          <p:nvPr>
            <p:ph type="body" sz="quarter" idx="12" hasCustomPrompt="1"/>
          </p:nvPr>
        </p:nvSpPr>
        <p:spPr>
          <a:xfrm>
            <a:off x="527051" y="1412876"/>
            <a:ext cx="11233149" cy="431949"/>
          </a:xfrm>
          <a:prstGeom prst="rect">
            <a:avLst/>
          </a:prstGeom>
        </p:spPr>
        <p:txBody>
          <a:bodyPr/>
          <a:lstStyle>
            <a:lvl1pPr marL="0" indent="0">
              <a:buFont typeface="Arial" panose="020B0604020202020204" pitchFamily="34" charset="0"/>
              <a:buNone/>
              <a:defRPr sz="1800" baseline="0">
                <a:latin typeface="+mn-lt"/>
              </a:defRPr>
            </a:lvl1pPr>
          </a:lstStyle>
          <a:p>
            <a:pPr lvl="0"/>
            <a:r>
              <a:rPr lang="it-IT" dirty="0"/>
              <a:t>Fare clic per modificare il testo</a:t>
            </a:r>
          </a:p>
        </p:txBody>
      </p:sp>
    </p:spTree>
    <p:extLst>
      <p:ext uri="{BB962C8B-B14F-4D97-AF65-F5344CB8AC3E}">
        <p14:creationId xmlns:p14="http://schemas.microsoft.com/office/powerpoint/2010/main" val="555833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con immagine">
    <p:spTree>
      <p:nvGrpSpPr>
        <p:cNvPr id="1" name=""/>
        <p:cNvGrpSpPr/>
        <p:nvPr/>
      </p:nvGrpSpPr>
      <p:grpSpPr>
        <a:xfrm>
          <a:off x="0" y="0"/>
          <a:ext cx="0" cy="0"/>
          <a:chOff x="0" y="0"/>
          <a:chExt cx="0" cy="0"/>
        </a:xfrm>
      </p:grpSpPr>
      <p:sp>
        <p:nvSpPr>
          <p:cNvPr id="4" name="Titolo 2">
            <a:extLst>
              <a:ext uri="{FF2B5EF4-FFF2-40B4-BE49-F238E27FC236}">
                <a16:creationId xmlns:a16="http://schemas.microsoft.com/office/drawing/2014/main" id="{3D9574C8-D082-4A4E-855E-CE42AAE0EDD7}"/>
              </a:ext>
            </a:extLst>
          </p:cNvPr>
          <p:cNvSpPr>
            <a:spLocks noGrp="1"/>
          </p:cNvSpPr>
          <p:nvPr>
            <p:ph type="title" hasCustomPrompt="1"/>
          </p:nvPr>
        </p:nvSpPr>
        <p:spPr>
          <a:xfrm>
            <a:off x="527051" y="380269"/>
            <a:ext cx="8424862" cy="792088"/>
          </a:xfrm>
          <a:prstGeom prst="rect">
            <a:avLst/>
          </a:prstGeom>
        </p:spPr>
        <p:txBody>
          <a:bodyPr/>
          <a:lstStyle>
            <a:lvl1pPr algn="l">
              <a:defRPr lang="it-IT" sz="2400" b="1" kern="1200" dirty="0">
                <a:solidFill>
                  <a:srgbClr val="BD2B0B"/>
                </a:solidFill>
                <a:latin typeface="Calibri" panose="020F0502020204030204" pitchFamily="34" charset="0"/>
                <a:ea typeface="+mn-ea"/>
                <a:cs typeface="Calibri" panose="020F0502020204030204" pitchFamily="34" charset="0"/>
              </a:defRPr>
            </a:lvl1pPr>
          </a:lstStyle>
          <a:p>
            <a:r>
              <a:rPr lang="it-IT" dirty="0"/>
              <a:t>Fare clic per modificare il titolo della diapositiva</a:t>
            </a:r>
            <a:br>
              <a:rPr lang="it-IT" dirty="0"/>
            </a:br>
            <a:r>
              <a:rPr lang="it-IT" dirty="0"/>
              <a:t>(obbligatorio per l’accessibilità del documento)</a:t>
            </a:r>
          </a:p>
        </p:txBody>
      </p:sp>
      <p:sp>
        <p:nvSpPr>
          <p:cNvPr id="11" name="Segnaposto immagine 10"/>
          <p:cNvSpPr>
            <a:spLocks noGrp="1"/>
          </p:cNvSpPr>
          <p:nvPr>
            <p:ph type="pic" sz="quarter" idx="10" hasCustomPrompt="1"/>
          </p:nvPr>
        </p:nvSpPr>
        <p:spPr>
          <a:xfrm>
            <a:off x="1534584" y="1700809"/>
            <a:ext cx="9122833" cy="4105275"/>
          </a:xfrm>
          <a:prstGeom prst="rect">
            <a:avLst/>
          </a:prstGeom>
        </p:spPr>
        <p:txBody>
          <a:bodyPr/>
          <a:lstStyle>
            <a:lvl1pPr marL="0" indent="0">
              <a:buNone/>
              <a:defRPr sz="1800">
                <a:latin typeface="+mn-lt"/>
              </a:defRPr>
            </a:lvl1pPr>
          </a:lstStyle>
          <a:p>
            <a:r>
              <a:rPr lang="it-IT" dirty="0"/>
              <a:t>Fare clic sull’icona per inserire un’immagine</a:t>
            </a:r>
          </a:p>
        </p:txBody>
      </p:sp>
    </p:spTree>
    <p:extLst>
      <p:ext uri="{BB962C8B-B14F-4D97-AF65-F5344CB8AC3E}">
        <p14:creationId xmlns:p14="http://schemas.microsoft.com/office/powerpoint/2010/main" val="39702583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yout CHIUSURA">
    <p:spTree>
      <p:nvGrpSpPr>
        <p:cNvPr id="1" name=""/>
        <p:cNvGrpSpPr/>
        <p:nvPr/>
      </p:nvGrpSpPr>
      <p:grpSpPr>
        <a:xfrm>
          <a:off x="0" y="0"/>
          <a:ext cx="0" cy="0"/>
          <a:chOff x="0" y="0"/>
          <a:chExt cx="0" cy="0"/>
        </a:xfrm>
      </p:grpSpPr>
      <p:sp>
        <p:nvSpPr>
          <p:cNvPr id="5" name="Titolo 1">
            <a:extLst>
              <a:ext uri="{FF2B5EF4-FFF2-40B4-BE49-F238E27FC236}">
                <a16:creationId xmlns:a16="http://schemas.microsoft.com/office/drawing/2014/main" id="{E65A96A1-862B-4573-A200-68F608E8F462}"/>
              </a:ext>
              <a:ext uri="{C183D7F6-B498-43B3-948B-1728B52AA6E4}">
                <adec:decorative xmlns:adec="http://schemas.microsoft.com/office/drawing/2017/decorative" val="0"/>
              </a:ext>
            </a:extLst>
          </p:cNvPr>
          <p:cNvSpPr>
            <a:spLocks noGrp="1"/>
          </p:cNvSpPr>
          <p:nvPr>
            <p:ph type="title" hasCustomPrompt="1"/>
          </p:nvPr>
        </p:nvSpPr>
        <p:spPr>
          <a:xfrm>
            <a:off x="5600489" y="2345507"/>
            <a:ext cx="991022" cy="255562"/>
          </a:xfrm>
          <a:prstGeom prst="rect">
            <a:avLst/>
          </a:prstGeom>
        </p:spPr>
        <p:txBody>
          <a:bodyPr/>
          <a:lstStyle>
            <a:lvl1pPr algn="ctr">
              <a:defRPr lang="it-IT" sz="1400" b="1" kern="1200" dirty="0">
                <a:solidFill>
                  <a:schemeClr val="tx1">
                    <a:lumMod val="65000"/>
                    <a:lumOff val="35000"/>
                  </a:schemeClr>
                </a:solidFill>
                <a:latin typeface="+mn-lt"/>
                <a:ea typeface="+mn-ea"/>
                <a:cs typeface="+mn-cs"/>
              </a:defRPr>
            </a:lvl1pPr>
          </a:lstStyle>
          <a:p>
            <a:r>
              <a:rPr lang="it-IT" dirty="0"/>
              <a:t>Credits:</a:t>
            </a:r>
          </a:p>
        </p:txBody>
      </p:sp>
      <p:sp>
        <p:nvSpPr>
          <p:cNvPr id="8" name="Segnaposto testo 7"/>
          <p:cNvSpPr>
            <a:spLocks noGrp="1"/>
          </p:cNvSpPr>
          <p:nvPr>
            <p:ph type="body" sz="quarter" idx="10" hasCustomPrompt="1"/>
          </p:nvPr>
        </p:nvSpPr>
        <p:spPr>
          <a:xfrm>
            <a:off x="1487488" y="2780928"/>
            <a:ext cx="9217024" cy="432370"/>
          </a:xfrm>
          <a:prstGeom prst="rect">
            <a:avLst/>
          </a:prstGeom>
        </p:spPr>
        <p:txBody>
          <a:bodyPr/>
          <a:lstStyle>
            <a:lvl1pPr marL="0" indent="0" algn="ctr">
              <a:buFontTx/>
              <a:buNone/>
              <a:defRPr sz="2000" b="1">
                <a:solidFill>
                  <a:schemeClr val="tx1">
                    <a:lumMod val="65000"/>
                    <a:lumOff val="35000"/>
                  </a:schemeClr>
                </a:solidFill>
                <a:latin typeface="+mj-lt"/>
              </a:defRPr>
            </a:lvl1pPr>
          </a:lstStyle>
          <a:p>
            <a:pPr lvl="0"/>
            <a:r>
              <a:rPr lang="it-IT" dirty="0"/>
              <a:t>Nome Cognome</a:t>
            </a:r>
          </a:p>
        </p:txBody>
      </p:sp>
      <p:sp>
        <p:nvSpPr>
          <p:cNvPr id="13" name="Segnaposto testo 12"/>
          <p:cNvSpPr>
            <a:spLocks noGrp="1"/>
          </p:cNvSpPr>
          <p:nvPr>
            <p:ph type="body" sz="quarter" idx="11" hasCustomPrompt="1"/>
          </p:nvPr>
        </p:nvSpPr>
        <p:spPr>
          <a:xfrm>
            <a:off x="1439483" y="3573017"/>
            <a:ext cx="9313035" cy="936103"/>
          </a:xfrm>
          <a:prstGeom prst="rect">
            <a:avLst/>
          </a:prstGeom>
        </p:spPr>
        <p:txBody>
          <a:bodyPr/>
          <a:lstStyle>
            <a:lvl1pPr marL="0" indent="0" algn="ctr">
              <a:buFontTx/>
              <a:buNone/>
              <a:defRPr sz="1600">
                <a:solidFill>
                  <a:schemeClr val="tx1">
                    <a:lumMod val="65000"/>
                    <a:lumOff val="35000"/>
                  </a:schemeClr>
                </a:solidFill>
                <a:latin typeface="+mn-lt"/>
              </a:defRPr>
            </a:lvl1pPr>
          </a:lstStyle>
          <a:p>
            <a:pPr lvl="0"/>
            <a:r>
              <a:rPr lang="it-IT" dirty="0"/>
              <a:t>Struttura</a:t>
            </a:r>
          </a:p>
        </p:txBody>
      </p:sp>
      <p:sp>
        <p:nvSpPr>
          <p:cNvPr id="16" name="Segnaposto testo 15"/>
          <p:cNvSpPr>
            <a:spLocks noGrp="1"/>
          </p:cNvSpPr>
          <p:nvPr>
            <p:ph type="body" sz="quarter" idx="12" hasCustomPrompt="1"/>
          </p:nvPr>
        </p:nvSpPr>
        <p:spPr>
          <a:xfrm>
            <a:off x="1390651" y="4725144"/>
            <a:ext cx="9410700" cy="1440160"/>
          </a:xfrm>
          <a:prstGeom prst="rect">
            <a:avLst/>
          </a:prstGeom>
        </p:spPr>
        <p:txBody>
          <a:bodyPr/>
          <a:lstStyle>
            <a:lvl1pPr marL="0" indent="0" algn="ctr">
              <a:buFontTx/>
              <a:buNone/>
              <a:defRPr sz="1300" b="0">
                <a:solidFill>
                  <a:schemeClr val="tx1">
                    <a:lumMod val="65000"/>
                    <a:lumOff val="35000"/>
                  </a:schemeClr>
                </a:solidFill>
                <a:latin typeface="+mn-lt"/>
              </a:defRPr>
            </a:lvl1pPr>
          </a:lstStyle>
          <a:p>
            <a:pPr lvl="0"/>
            <a:r>
              <a:rPr lang="it-IT" dirty="0"/>
              <a:t>nome.cognome@unibo.it</a:t>
            </a:r>
          </a:p>
          <a:p>
            <a:pPr lvl="0"/>
            <a:r>
              <a:rPr lang="it-IT" dirty="0"/>
              <a:t>051 20 99982</a:t>
            </a:r>
          </a:p>
        </p:txBody>
      </p:sp>
    </p:spTree>
    <p:extLst>
      <p:ext uri="{BB962C8B-B14F-4D97-AF65-F5344CB8AC3E}">
        <p14:creationId xmlns:p14="http://schemas.microsoft.com/office/powerpoint/2010/main" val="42494506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12" name="Connettore 1 11"/>
          <p:cNvCxnSpPr/>
          <p:nvPr userDrawn="1"/>
        </p:nvCxnSpPr>
        <p:spPr>
          <a:xfrm>
            <a:off x="4367808" y="188640"/>
            <a:ext cx="0" cy="6408712"/>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Immagine 3" descr="Alma Mater Studiorum - Università di Bologna">
            <a:extLst>
              <a:ext uri="{FF2B5EF4-FFF2-40B4-BE49-F238E27FC236}">
                <a16:creationId xmlns:a16="http://schemas.microsoft.com/office/drawing/2014/main" id="{5EE00A97-2907-46F9-965F-86535E724FBD}"/>
              </a:ext>
            </a:extLst>
          </p:cNvPr>
          <p:cNvPicPr>
            <a:picLocks noChangeAspect="1"/>
          </p:cNvPicPr>
          <p:nvPr userDrawn="1"/>
        </p:nvPicPr>
        <p:blipFill>
          <a:blip r:embed="rId3"/>
          <a:stretch>
            <a:fillRect/>
          </a:stretch>
        </p:blipFill>
        <p:spPr>
          <a:xfrm>
            <a:off x="911424" y="2060848"/>
            <a:ext cx="2436900" cy="1802582"/>
          </a:xfrm>
          <a:prstGeom prst="rect">
            <a:avLst/>
          </a:prstGeom>
        </p:spPr>
      </p:pic>
    </p:spTree>
    <p:extLst>
      <p:ext uri="{BB962C8B-B14F-4D97-AF65-F5344CB8AC3E}">
        <p14:creationId xmlns:p14="http://schemas.microsoft.com/office/powerpoint/2010/main" val="613657427"/>
      </p:ext>
    </p:extLst>
  </p:cSld>
  <p:clrMap bg1="lt1" tx1="dk1" bg2="lt2" tx2="dk2" accent1="accent1" accent2="accent2" accent3="accent3" accent4="accent4" accent5="accent5" accent6="accent6" hlink="hlink" folHlink="folHlink"/>
  <p:sldLayoutIdLst>
    <p:sldLayoutId id="2147483649"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CasellaDiTesto 2">
            <a:extLst>
              <a:ext uri="{FF2B5EF4-FFF2-40B4-BE49-F238E27FC236}">
                <a16:creationId xmlns:a16="http://schemas.microsoft.com/office/drawing/2014/main" id="{5B4AE421-09DA-412D-AAD7-5E65002B1FDA}"/>
              </a:ext>
            </a:extLst>
          </p:cNvPr>
          <p:cNvSpPr txBox="1"/>
          <p:nvPr userDrawn="1"/>
        </p:nvSpPr>
        <p:spPr>
          <a:xfrm>
            <a:off x="179512" y="6525019"/>
            <a:ext cx="792088" cy="276999"/>
          </a:xfrm>
          <a:prstGeom prst="rect">
            <a:avLst/>
          </a:prstGeom>
          <a:noFill/>
        </p:spPr>
        <p:txBody>
          <a:bodyPr wrap="square" rtlCol="0">
            <a:spAutoFit/>
          </a:bodyPr>
          <a:lstStyle/>
          <a:p>
            <a:fld id="{723C9881-DC19-44C1-8307-96C20AE8129F}" type="slidenum">
              <a:rPr lang="it-IT" sz="1200" smtClean="0"/>
              <a:t>‹N›</a:t>
            </a:fld>
            <a:endParaRPr lang="it-IT" sz="1200" dirty="0"/>
          </a:p>
        </p:txBody>
      </p:sp>
      <p:pic>
        <p:nvPicPr>
          <p:cNvPr id="5" name="Immagine 4">
            <a:extLst>
              <a:ext uri="{FF2B5EF4-FFF2-40B4-BE49-F238E27FC236}">
                <a16:creationId xmlns:a16="http://schemas.microsoft.com/office/drawing/2014/main" id="{6726EE36-C2C5-4224-B32D-093745F9F2B1}"/>
              </a:ext>
              <a:ext uri="{C183D7F6-B498-43B3-948B-1728B52AA6E4}">
                <adec:decorative xmlns:adec="http://schemas.microsoft.com/office/drawing/2017/decorative" val="1"/>
              </a:ext>
            </a:extLst>
          </p:cNvPr>
          <p:cNvPicPr>
            <a:picLocks noChangeAspect="1"/>
          </p:cNvPicPr>
          <p:nvPr userDrawn="1"/>
        </p:nvPicPr>
        <p:blipFill>
          <a:blip r:embed="rId6"/>
          <a:stretch>
            <a:fillRect/>
          </a:stretch>
        </p:blipFill>
        <p:spPr>
          <a:xfrm>
            <a:off x="10878304" y="5826343"/>
            <a:ext cx="1131773" cy="837175"/>
          </a:xfrm>
          <a:prstGeom prst="rect">
            <a:avLst/>
          </a:prstGeom>
        </p:spPr>
      </p:pic>
    </p:spTree>
    <p:extLst>
      <p:ext uri="{BB962C8B-B14F-4D97-AF65-F5344CB8AC3E}">
        <p14:creationId xmlns:p14="http://schemas.microsoft.com/office/powerpoint/2010/main" val="3570652833"/>
      </p:ext>
    </p:extLst>
  </p:cSld>
  <p:clrMap bg1="lt1" tx1="dk1" bg2="lt2" tx2="dk2" accent1="accent1" accent2="accent2" accent3="accent3" accent4="accent4" accent5="accent5" accent6="accent6" hlink="hlink" folHlink="folHlink"/>
  <p:sldLayoutIdLst>
    <p:sldLayoutId id="2147483670" r:id="rId1"/>
    <p:sldLayoutId id="2147483661" r:id="rId2"/>
    <p:sldLayoutId id="2147483667" r:id="rId3"/>
    <p:sldLayoutId id="2147483669"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CasellaDiTesto 8"/>
          <p:cNvSpPr txBox="1"/>
          <p:nvPr userDrawn="1"/>
        </p:nvSpPr>
        <p:spPr>
          <a:xfrm>
            <a:off x="4175787" y="6453336"/>
            <a:ext cx="3840427" cy="338554"/>
          </a:xfrm>
          <a:prstGeom prst="rect">
            <a:avLst/>
          </a:prstGeom>
          <a:noFill/>
        </p:spPr>
        <p:txBody>
          <a:bodyPr wrap="square" rtlCol="0">
            <a:spAutoFit/>
          </a:bodyPr>
          <a:lstStyle/>
          <a:p>
            <a:pPr algn="ctr"/>
            <a:r>
              <a:rPr lang="it-IT" sz="1600" dirty="0">
                <a:solidFill>
                  <a:schemeClr val="tx1">
                    <a:lumMod val="65000"/>
                    <a:lumOff val="35000"/>
                  </a:schemeClr>
                </a:solidFill>
              </a:rPr>
              <a:t>www.unibo.it</a:t>
            </a:r>
          </a:p>
        </p:txBody>
      </p:sp>
      <p:pic>
        <p:nvPicPr>
          <p:cNvPr id="4" name="Immagine 3" descr="Alma Mater Studiorum - Università di Bologna">
            <a:extLst>
              <a:ext uri="{FF2B5EF4-FFF2-40B4-BE49-F238E27FC236}">
                <a16:creationId xmlns:a16="http://schemas.microsoft.com/office/drawing/2014/main" id="{DD0FC319-6CD8-4E12-A1D2-69D93160BF0E}"/>
              </a:ext>
            </a:extLst>
          </p:cNvPr>
          <p:cNvPicPr>
            <a:picLocks noChangeAspect="1"/>
          </p:cNvPicPr>
          <p:nvPr userDrawn="1"/>
        </p:nvPicPr>
        <p:blipFill>
          <a:blip r:embed="rId3"/>
          <a:stretch>
            <a:fillRect/>
          </a:stretch>
        </p:blipFill>
        <p:spPr>
          <a:xfrm>
            <a:off x="5105889" y="404664"/>
            <a:ext cx="1980221" cy="1464775"/>
          </a:xfrm>
          <a:prstGeom prst="rect">
            <a:avLst/>
          </a:prstGeom>
        </p:spPr>
      </p:pic>
    </p:spTree>
    <p:extLst>
      <p:ext uri="{BB962C8B-B14F-4D97-AF65-F5344CB8AC3E}">
        <p14:creationId xmlns:p14="http://schemas.microsoft.com/office/powerpoint/2010/main" val="1868398845"/>
      </p:ext>
    </p:extLst>
  </p:cSld>
  <p:clrMap bg1="lt1" tx1="dk1" bg2="lt2" tx2="dk2" accent1="accent1" accent2="accent2" accent3="accent3" accent4="accent4" accent5="accent5" accent6="accent6" hlink="hlink" folHlink="folHlink"/>
  <p:sldLayoutIdLst>
    <p:sldLayoutId id="2147483672" r:id="rId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6.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0.gi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hyperlink" Target="https://github.com/alexmark22/EsercitazioniUNIBO-SicurezzaDellInformazione" TargetMode="Externa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8" Type="http://schemas.openxmlformats.org/officeDocument/2006/relationships/hyperlink" Target="https://arstechnica.com/information-technology/2022/04/major-crypto-blunder-in-java-enables-psychic-paper-forgeries/" TargetMode="External"/><Relationship Id="rId3" Type="http://schemas.openxmlformats.org/officeDocument/2006/relationships/hyperlink" Target="https://docs.oracle.com/javase/8/docs/technotes/guides/security/StandardNames.html" TargetMode="External"/><Relationship Id="rId7" Type="http://schemas.openxmlformats.org/officeDocument/2006/relationships/hyperlink" Target="https://blog.trailofbits.com/2020/06/11/ecdsa-handle-with-care/" TargetMode="External"/><Relationship Id="rId2" Type="http://schemas.openxmlformats.org/officeDocument/2006/relationships/hyperlink" Target="https://docs.oracle.com/en/java/javase/11/security/java-cryptography-architecture-jca-reference-guide.html" TargetMode="External"/><Relationship Id="rId1" Type="http://schemas.openxmlformats.org/officeDocument/2006/relationships/slideLayout" Target="../slideLayouts/slideLayout3.xml"/><Relationship Id="rId6" Type="http://schemas.openxmlformats.org/officeDocument/2006/relationships/hyperlink" Target="https://research.checkpoint.com/2024/modern-cryptographic-attacks-a-guide-for-the-perplexed/" TargetMode="External"/><Relationship Id="rId5" Type="http://schemas.openxmlformats.org/officeDocument/2006/relationships/hyperlink" Target="https://blog.cloudflare.com/a-relatively-easy-to-understand-primer-on-elliptic-curve-cryptography/" TargetMode="External"/><Relationship Id="rId4" Type="http://schemas.openxmlformats.org/officeDocument/2006/relationships/hyperlink" Target="https://curity.io/blog/the-evolution-of-signature-algorithms/" TargetMode="External"/><Relationship Id="rId9" Type="http://schemas.openxmlformats.org/officeDocument/2006/relationships/hyperlink" Target="https://deeprnd.medium.com/decoding-the-playstation-3-hack-unraveling-the-ecdsa-random-generator-flaw-e9074a51b831"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olo 4">
            <a:extLst>
              <a:ext uri="{FF2B5EF4-FFF2-40B4-BE49-F238E27FC236}">
                <a16:creationId xmlns:a16="http://schemas.microsoft.com/office/drawing/2014/main" id="{530CFCA4-B8FB-4A31-9FE4-C34C1B53FAF3}"/>
              </a:ext>
            </a:extLst>
          </p:cNvPr>
          <p:cNvSpPr>
            <a:spLocks noGrp="1"/>
          </p:cNvSpPr>
          <p:nvPr>
            <p:ph type="title"/>
          </p:nvPr>
        </p:nvSpPr>
        <p:spPr/>
        <p:txBody>
          <a:bodyPr/>
          <a:lstStyle/>
          <a:p>
            <a:r>
              <a:rPr lang="en-GB" noProof="0" dirty="0"/>
              <a:t>Java Security: </a:t>
            </a:r>
            <a:br>
              <a:rPr lang="en-GB" noProof="0" dirty="0"/>
            </a:br>
            <a:r>
              <a:rPr lang="en-GB" noProof="0" dirty="0"/>
              <a:t>Asymmetric Encryption</a:t>
            </a:r>
          </a:p>
        </p:txBody>
      </p:sp>
      <p:sp>
        <p:nvSpPr>
          <p:cNvPr id="6" name="Segnaposto testo 5">
            <a:extLst>
              <a:ext uri="{FF2B5EF4-FFF2-40B4-BE49-F238E27FC236}">
                <a16:creationId xmlns:a16="http://schemas.microsoft.com/office/drawing/2014/main" id="{C01EA6DB-3FB1-43EE-87DC-35DB21A1D725}"/>
              </a:ext>
            </a:extLst>
          </p:cNvPr>
          <p:cNvSpPr>
            <a:spLocks noGrp="1"/>
          </p:cNvSpPr>
          <p:nvPr>
            <p:ph type="body" sz="quarter" idx="11"/>
          </p:nvPr>
        </p:nvSpPr>
        <p:spPr/>
        <p:txBody>
          <a:bodyPr/>
          <a:lstStyle/>
          <a:p>
            <a:r>
              <a:rPr lang="en-GB" noProof="0" dirty="0"/>
              <a:t>Alessandro Marchesano</a:t>
            </a:r>
          </a:p>
        </p:txBody>
      </p:sp>
      <p:sp>
        <p:nvSpPr>
          <p:cNvPr id="7" name="Segnaposto testo 6">
            <a:extLst>
              <a:ext uri="{FF2B5EF4-FFF2-40B4-BE49-F238E27FC236}">
                <a16:creationId xmlns:a16="http://schemas.microsoft.com/office/drawing/2014/main" id="{2B5786D5-5B82-4455-A783-3A48CBA3F0FD}"/>
              </a:ext>
            </a:extLst>
          </p:cNvPr>
          <p:cNvSpPr>
            <a:spLocks noGrp="1"/>
          </p:cNvSpPr>
          <p:nvPr>
            <p:ph type="body" sz="quarter" idx="12"/>
          </p:nvPr>
        </p:nvSpPr>
        <p:spPr/>
        <p:txBody>
          <a:bodyPr/>
          <a:lstStyle/>
          <a:p>
            <a:r>
              <a:rPr lang="en-GB" noProof="0" dirty="0"/>
              <a:t>alessandr.marchesano@unibo.it</a:t>
            </a:r>
          </a:p>
        </p:txBody>
      </p:sp>
    </p:spTree>
    <p:extLst>
      <p:ext uri="{BB962C8B-B14F-4D97-AF65-F5344CB8AC3E}">
        <p14:creationId xmlns:p14="http://schemas.microsoft.com/office/powerpoint/2010/main" val="3085230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83074B2B-875D-4ABC-842D-ED60A0295F3E}"/>
              </a:ext>
            </a:extLst>
          </p:cNvPr>
          <p:cNvSpPr>
            <a:spLocks noGrp="1"/>
          </p:cNvSpPr>
          <p:nvPr>
            <p:ph type="title"/>
          </p:nvPr>
        </p:nvSpPr>
        <p:spPr/>
        <p:txBody>
          <a:bodyPr/>
          <a:lstStyle/>
          <a:p>
            <a:r>
              <a:rPr lang="en-GB" sz="3800" dirty="0"/>
              <a:t>Asymmetric Encryption in JCE</a:t>
            </a:r>
            <a:endParaRPr lang="en-GB" sz="3800" noProof="0" dirty="0"/>
          </a:p>
        </p:txBody>
      </p:sp>
      <p:sp>
        <p:nvSpPr>
          <p:cNvPr id="5" name="Segnaposto testo 4">
            <a:extLst>
              <a:ext uri="{FF2B5EF4-FFF2-40B4-BE49-F238E27FC236}">
                <a16:creationId xmlns:a16="http://schemas.microsoft.com/office/drawing/2014/main" id="{6A687BB7-25CE-4F8C-A93C-3BF1A271E55F}"/>
              </a:ext>
            </a:extLst>
          </p:cNvPr>
          <p:cNvSpPr>
            <a:spLocks noGrp="1"/>
          </p:cNvSpPr>
          <p:nvPr>
            <p:ph type="body" sz="quarter" idx="11"/>
          </p:nvPr>
        </p:nvSpPr>
        <p:spPr>
          <a:xfrm>
            <a:off x="527052" y="1484784"/>
            <a:ext cx="11185572" cy="4320381"/>
          </a:xfrm>
        </p:spPr>
        <p:txBody>
          <a:bodyPr/>
          <a:lstStyle/>
          <a:p>
            <a:pPr marL="342900" indent="-342900">
              <a:buFont typeface="Arial" panose="020B0604020202020204" pitchFamily="34" charset="0"/>
              <a:buChar char="•"/>
            </a:pPr>
            <a:r>
              <a:rPr lang="en-US" sz="2400" noProof="0" dirty="0"/>
              <a:t>In the last lesson, we saw how JCA provides a set of classes, interfaces, and methods for symmetric encryption.</a:t>
            </a:r>
            <a:endParaRPr lang="en-GB" sz="2400" noProof="0" dirty="0"/>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US" sz="2400" dirty="0"/>
              <a:t>Of course, the framework exposes the same functionality for </a:t>
            </a:r>
            <a:r>
              <a:rPr lang="en-US" sz="2400" b="1" dirty="0"/>
              <a:t>asymmetric encryption</a:t>
            </a:r>
            <a:r>
              <a:rPr lang="en-US" sz="2400" dirty="0"/>
              <a:t> as well.</a:t>
            </a:r>
          </a:p>
          <a:p>
            <a:pPr marL="342900" indent="-342900">
              <a:buFont typeface="Arial" panose="020B0604020202020204" pitchFamily="34" charset="0"/>
              <a:buChar char="•"/>
            </a:pPr>
            <a:endParaRPr lang="en-GB" sz="2400" noProof="0" dirty="0"/>
          </a:p>
          <a:p>
            <a:pPr marL="342900" indent="-342900">
              <a:buFont typeface="Arial" panose="020B0604020202020204" pitchFamily="34" charset="0"/>
              <a:buChar char="•"/>
            </a:pPr>
            <a:r>
              <a:rPr lang="en-US" sz="2400" dirty="0"/>
              <a:t>Some of the classes we saw for symmetric encryption will still be useful...</a:t>
            </a:r>
            <a:endParaRPr lang="en-GB" sz="2400" noProof="0" dirty="0"/>
          </a:p>
        </p:txBody>
      </p:sp>
    </p:spTree>
    <p:extLst>
      <p:ext uri="{BB962C8B-B14F-4D97-AF65-F5344CB8AC3E}">
        <p14:creationId xmlns:p14="http://schemas.microsoft.com/office/powerpoint/2010/main" val="3098333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E59CBD2A-13DB-4944-958F-D2CD64CE1EE2}"/>
              </a:ext>
            </a:extLst>
          </p:cNvPr>
          <p:cNvSpPr>
            <a:spLocks noGrp="1"/>
          </p:cNvSpPr>
          <p:nvPr>
            <p:ph type="title"/>
          </p:nvPr>
        </p:nvSpPr>
        <p:spPr/>
        <p:txBody>
          <a:bodyPr/>
          <a:lstStyle/>
          <a:p>
            <a:r>
              <a:rPr lang="en-GB" sz="3800" noProof="0" dirty="0"/>
              <a:t>Asymmetric Encryption</a:t>
            </a:r>
          </a:p>
        </p:txBody>
      </p:sp>
      <p:sp>
        <p:nvSpPr>
          <p:cNvPr id="5" name="Segnaposto testo 4">
            <a:extLst>
              <a:ext uri="{FF2B5EF4-FFF2-40B4-BE49-F238E27FC236}">
                <a16:creationId xmlns:a16="http://schemas.microsoft.com/office/drawing/2014/main" id="{75656F3B-D256-4EE6-99A3-023C0925DC03}"/>
              </a:ext>
            </a:extLst>
          </p:cNvPr>
          <p:cNvSpPr>
            <a:spLocks noGrp="1"/>
          </p:cNvSpPr>
          <p:nvPr>
            <p:ph type="body" sz="quarter" idx="11"/>
          </p:nvPr>
        </p:nvSpPr>
        <p:spPr>
          <a:xfrm>
            <a:off x="527051" y="1412875"/>
            <a:ext cx="6073005" cy="4320381"/>
          </a:xfrm>
        </p:spPr>
        <p:txBody>
          <a:bodyPr/>
          <a:lstStyle/>
          <a:p>
            <a:pPr marL="342900" indent="-342900">
              <a:buFont typeface="Arial" panose="020B0604020202020204" pitchFamily="34" charset="0"/>
              <a:buChar char="•"/>
            </a:pPr>
            <a:r>
              <a:rPr lang="en-US" sz="2400" noProof="0" dirty="0"/>
              <a:t>Asymmetric encryption uses a pair of mathematically related keys - a public key to encrypt data and a private key to decrypt it.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a:t>This method ensures secure communication without sharing secrets, enabling confidentiality and digital signatures.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a:t>It is widely used in HTTPS (SSL/TLS) for secure web browsing and in blockchain technology.</a:t>
            </a:r>
            <a:endParaRPr lang="en-GB" sz="2400" noProof="0" dirty="0"/>
          </a:p>
        </p:txBody>
      </p:sp>
      <p:pic>
        <p:nvPicPr>
          <p:cNvPr id="1026" name="Picture 2" descr="Symmetric vs. Asymmetric Encryption - What are differences?">
            <a:extLst>
              <a:ext uri="{FF2B5EF4-FFF2-40B4-BE49-F238E27FC236}">
                <a16:creationId xmlns:a16="http://schemas.microsoft.com/office/drawing/2014/main" id="{918BD511-4E65-4518-6BE4-DC00CA9DA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6040" y="1940618"/>
            <a:ext cx="5447134" cy="2976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0246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74BF3B9-B2E2-EC10-B9F3-3F83DBE4F181}"/>
              </a:ext>
            </a:extLst>
          </p:cNvPr>
          <p:cNvSpPr>
            <a:spLocks noGrp="1"/>
          </p:cNvSpPr>
          <p:nvPr>
            <p:ph type="title"/>
          </p:nvPr>
        </p:nvSpPr>
        <p:spPr/>
        <p:txBody>
          <a:bodyPr/>
          <a:lstStyle/>
          <a:p>
            <a:r>
              <a:rPr lang="en-GB" sz="3800" noProof="0" dirty="0"/>
              <a:t>Public Key Infrastructure</a:t>
            </a:r>
          </a:p>
        </p:txBody>
      </p:sp>
      <p:sp>
        <p:nvSpPr>
          <p:cNvPr id="3" name="Segnaposto testo 2">
            <a:extLst>
              <a:ext uri="{FF2B5EF4-FFF2-40B4-BE49-F238E27FC236}">
                <a16:creationId xmlns:a16="http://schemas.microsoft.com/office/drawing/2014/main" id="{B12312B0-3D57-C048-EDFF-978C827C8D8E}"/>
              </a:ext>
            </a:extLst>
          </p:cNvPr>
          <p:cNvSpPr>
            <a:spLocks noGrp="1"/>
          </p:cNvSpPr>
          <p:nvPr>
            <p:ph type="body" sz="quarter" idx="11"/>
          </p:nvPr>
        </p:nvSpPr>
        <p:spPr>
          <a:xfrm>
            <a:off x="527051" y="1412875"/>
            <a:ext cx="5784973" cy="4320381"/>
          </a:xfrm>
        </p:spPr>
        <p:txBody>
          <a:bodyPr/>
          <a:lstStyle/>
          <a:p>
            <a:pPr marL="342900" indent="-342900">
              <a:buFont typeface="Arial" panose="020B0604020202020204" pitchFamily="34" charset="0"/>
              <a:buChar char="•"/>
            </a:pPr>
            <a:r>
              <a:rPr lang="en-US" sz="2400" noProof="0" dirty="0"/>
              <a:t>Public Key Infrastructure (PKI) is a framework of technology, policies, and procedures used to manage digital certificates and public-key encryption.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a:t>It binds public keys to entities (users, devices, or servers) through digital certificates issued by trusted Certificate Authorities (CAs), ensuring secure communication, authentication, and data integrity.</a:t>
            </a:r>
            <a:endParaRPr lang="en-GB" sz="2400" noProof="0" dirty="0"/>
          </a:p>
        </p:txBody>
      </p:sp>
      <p:pic>
        <p:nvPicPr>
          <p:cNvPr id="2050" name="Picture 2" descr="Public Key Infrastructure 101 - IDManagement">
            <a:extLst>
              <a:ext uri="{FF2B5EF4-FFF2-40B4-BE49-F238E27FC236}">
                <a16:creationId xmlns:a16="http://schemas.microsoft.com/office/drawing/2014/main" id="{23459CE3-EA7E-5BDC-4180-47AEC559A8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628580"/>
            <a:ext cx="6052244" cy="3600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6814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AC065-0774-07C4-8128-52D3E5BA7F6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856B159-FA24-2B86-0421-CA0F32BE5369}"/>
              </a:ext>
            </a:extLst>
          </p:cNvPr>
          <p:cNvSpPr>
            <a:spLocks noGrp="1"/>
          </p:cNvSpPr>
          <p:nvPr>
            <p:ph type="title"/>
          </p:nvPr>
        </p:nvSpPr>
        <p:spPr/>
        <p:txBody>
          <a:bodyPr/>
          <a:lstStyle/>
          <a:p>
            <a:r>
              <a:rPr lang="en-GB" sz="3800" noProof="0" dirty="0"/>
              <a:t>Generating Asymmetric </a:t>
            </a:r>
            <a:r>
              <a:rPr lang="en-GB" sz="3800" dirty="0"/>
              <a:t>Keys</a:t>
            </a:r>
            <a:endParaRPr lang="en-GB" sz="3800" noProof="0" dirty="0"/>
          </a:p>
        </p:txBody>
      </p:sp>
      <p:sp>
        <p:nvSpPr>
          <p:cNvPr id="3" name="Segnaposto testo 2">
            <a:extLst>
              <a:ext uri="{FF2B5EF4-FFF2-40B4-BE49-F238E27FC236}">
                <a16:creationId xmlns:a16="http://schemas.microsoft.com/office/drawing/2014/main" id="{31E77489-5162-F67F-087A-A9C83FF432D4}"/>
              </a:ext>
            </a:extLst>
          </p:cNvPr>
          <p:cNvSpPr>
            <a:spLocks noGrp="1"/>
          </p:cNvSpPr>
          <p:nvPr>
            <p:ph type="body" sz="quarter" idx="11"/>
          </p:nvPr>
        </p:nvSpPr>
        <p:spPr/>
        <p:txBody>
          <a:bodyPr/>
          <a:lstStyle/>
          <a:p>
            <a:pPr marL="342900" indent="-342900">
              <a:buFont typeface="Arial" panose="020B0604020202020204" pitchFamily="34" charset="0"/>
              <a:buChar char="•"/>
            </a:pPr>
            <a:r>
              <a:rPr lang="en-GB" sz="2400" noProof="0" dirty="0">
                <a:latin typeface="Calibri" panose="020F0502020204030204" pitchFamily="34" charset="0"/>
              </a:rPr>
              <a:t>In order to generate asymmetric keys, we need a </a:t>
            </a:r>
            <a:r>
              <a:rPr lang="en-GB" sz="2400" noProof="0" dirty="0" err="1">
                <a:latin typeface="Courier New" panose="02070309020205020404" pitchFamily="49" charset="0"/>
              </a:rPr>
              <a:t>KeyPairGenerator</a:t>
            </a:r>
            <a:r>
              <a:rPr lang="en-GB" sz="2400" noProof="0" dirty="0">
                <a:latin typeface="Calibri" panose="020F0502020204030204" pitchFamily="34" charset="0"/>
              </a:rPr>
              <a:t> object. </a:t>
            </a:r>
          </a:p>
          <a:p>
            <a:pPr marL="342900" indent="-342900">
              <a:buFont typeface="Arial" panose="020B0604020202020204" pitchFamily="34" charset="0"/>
              <a:buChar char="•"/>
            </a:pPr>
            <a:r>
              <a:rPr lang="en-GB" sz="2400" noProof="0" dirty="0">
                <a:latin typeface="Calibri" panose="020F0502020204030204" pitchFamily="34" charset="0"/>
              </a:rPr>
              <a:t>It is available via getInstance method:</a:t>
            </a:r>
            <a:br>
              <a:rPr lang="en-GB" sz="2400" noProof="0" dirty="0">
                <a:latin typeface="Calibri" panose="020F0502020204030204" pitchFamily="34" charset="0"/>
              </a:rPr>
            </a:br>
            <a:r>
              <a:rPr lang="en-GB" sz="2400" noProof="0" dirty="0">
                <a:highlight>
                  <a:srgbClr val="C0C0C0"/>
                </a:highlight>
                <a:latin typeface="Courier New" panose="02070309020205020404" pitchFamily="49" charset="0"/>
              </a:rPr>
              <a:t>public static </a:t>
            </a:r>
            <a:r>
              <a:rPr lang="en-GB" sz="2400" noProof="0" dirty="0" err="1">
                <a:highlight>
                  <a:srgbClr val="C0C0C0"/>
                </a:highlight>
                <a:latin typeface="Courier New" panose="02070309020205020404" pitchFamily="49" charset="0"/>
              </a:rPr>
              <a:t>KeyPairGenerator</a:t>
            </a:r>
            <a:r>
              <a:rPr lang="en-GB" sz="2400" noProof="0" dirty="0">
                <a:highlight>
                  <a:srgbClr val="C0C0C0"/>
                </a:highlight>
                <a:latin typeface="Courier New" panose="02070309020205020404" pitchFamily="49" charset="0"/>
              </a:rPr>
              <a:t> getInstance(String algorithm);</a:t>
            </a:r>
            <a:endParaRPr lang="en-GB" sz="2400" dirty="0">
              <a:highlight>
                <a:srgbClr val="C0C0C0"/>
              </a:highlight>
              <a:latin typeface="Courier New" panose="02070309020205020404" pitchFamily="49" charset="0"/>
            </a:endParaRPr>
          </a:p>
          <a:p>
            <a:pPr marL="342900" indent="-342900">
              <a:buFont typeface="Arial" panose="020B0604020202020204" pitchFamily="34" charset="0"/>
              <a:buChar char="•"/>
            </a:pPr>
            <a:endParaRPr lang="en-GB" sz="2400" i="1" noProof="0" dirty="0">
              <a:highlight>
                <a:srgbClr val="C0C0C0"/>
              </a:highlight>
              <a:latin typeface="Courier New" panose="02070309020205020404" pitchFamily="49" charset="0"/>
            </a:endParaRPr>
          </a:p>
          <a:p>
            <a:pPr marL="342900" indent="-342900">
              <a:buFont typeface="Arial" panose="020B0604020202020204" pitchFamily="34" charset="0"/>
              <a:buChar char="•"/>
            </a:pPr>
            <a:r>
              <a:rPr lang="en-GB" sz="2400" i="1" noProof="0" dirty="0" err="1">
                <a:latin typeface="Courier New" panose="02070309020205020404" pitchFamily="49" charset="0"/>
              </a:rPr>
              <a:t>KeyPairGenerator</a:t>
            </a:r>
            <a:r>
              <a:rPr lang="en-GB" sz="2400" i="1" noProof="0" dirty="0">
                <a:latin typeface="Courier New" panose="02070309020205020404" pitchFamily="49" charset="0"/>
              </a:rPr>
              <a:t> kg = </a:t>
            </a:r>
            <a:r>
              <a:rPr lang="en-GB" sz="2400" i="1" noProof="0" dirty="0" err="1">
                <a:latin typeface="Courier New" panose="02070309020205020404" pitchFamily="49" charset="0"/>
              </a:rPr>
              <a:t>KeyPairGenerator.getInstance</a:t>
            </a:r>
            <a:r>
              <a:rPr lang="en-GB" sz="2400" i="1" noProof="0" dirty="0">
                <a:latin typeface="Courier New" panose="02070309020205020404" pitchFamily="49" charset="0"/>
              </a:rPr>
              <a:t>(“RSA”);</a:t>
            </a:r>
            <a:br>
              <a:rPr lang="en-GB" sz="2400" i="1" noProof="0" dirty="0">
                <a:highlight>
                  <a:srgbClr val="C0C0C0"/>
                </a:highlight>
                <a:latin typeface="Courier New" panose="02070309020205020404" pitchFamily="49" charset="0"/>
              </a:rPr>
            </a:br>
            <a:endParaRPr lang="en-GB" sz="2400" i="1" noProof="0" dirty="0">
              <a:highlight>
                <a:srgbClr val="C0C0C0"/>
              </a:highlight>
              <a:latin typeface="Calibri" panose="020F0502020204030204" pitchFamily="34" charset="0"/>
            </a:endParaRPr>
          </a:p>
          <a:p>
            <a:pPr marL="342900" indent="-342900">
              <a:buFont typeface="Arial" panose="020B0604020202020204" pitchFamily="34" charset="0"/>
              <a:buChar char="•"/>
            </a:pPr>
            <a:endParaRPr lang="en-GB" sz="2400" noProof="0" dirty="0">
              <a:latin typeface="Calibri" panose="020F0502020204030204" pitchFamily="34" charset="0"/>
            </a:endParaRPr>
          </a:p>
        </p:txBody>
      </p:sp>
      <p:sp>
        <p:nvSpPr>
          <p:cNvPr id="4" name="CasellaDiTesto 3">
            <a:extLst>
              <a:ext uri="{FF2B5EF4-FFF2-40B4-BE49-F238E27FC236}">
                <a16:creationId xmlns:a16="http://schemas.microsoft.com/office/drawing/2014/main" id="{4EA70F6F-A077-0629-85ED-69B32A126053}"/>
              </a:ext>
            </a:extLst>
          </p:cNvPr>
          <p:cNvSpPr txBox="1"/>
          <p:nvPr/>
        </p:nvSpPr>
        <p:spPr>
          <a:xfrm>
            <a:off x="4343425" y="4437112"/>
            <a:ext cx="3600400" cy="2246769"/>
          </a:xfrm>
          <a:prstGeom prst="rect">
            <a:avLst/>
          </a:prstGeom>
          <a:noFill/>
        </p:spPr>
        <p:txBody>
          <a:bodyPr wrap="square" rtlCol="0">
            <a:spAutoFit/>
          </a:bodyPr>
          <a:lstStyle/>
          <a:p>
            <a:pPr algn="ctr"/>
            <a:r>
              <a:rPr lang="it-IT" sz="2000" b="1" u="sng" dirty="0" err="1"/>
              <a:t>Possible</a:t>
            </a:r>
            <a:r>
              <a:rPr lang="it-IT" sz="2000" b="1" u="sng" dirty="0"/>
              <a:t> </a:t>
            </a:r>
            <a:r>
              <a:rPr lang="it-IT" sz="2000" b="1" u="sng" dirty="0" err="1"/>
              <a:t>algorithms</a:t>
            </a:r>
            <a:r>
              <a:rPr lang="it-IT" sz="2000" b="1" u="sng" dirty="0"/>
              <a:t>:</a:t>
            </a:r>
          </a:p>
          <a:p>
            <a:endParaRPr lang="it-IT" sz="2000" dirty="0"/>
          </a:p>
          <a:p>
            <a:pPr marL="342900" indent="-342900">
              <a:buFont typeface="Arial" panose="020B0604020202020204" pitchFamily="34" charset="0"/>
              <a:buChar char="•"/>
            </a:pPr>
            <a:r>
              <a:rPr lang="en-US" sz="2000" dirty="0" err="1"/>
              <a:t>DiffieHellman</a:t>
            </a:r>
            <a:endParaRPr lang="en-US" sz="2000" dirty="0"/>
          </a:p>
          <a:p>
            <a:pPr marL="342900" indent="-342900">
              <a:buFont typeface="Arial" panose="020B0604020202020204" pitchFamily="34" charset="0"/>
              <a:buChar char="•"/>
            </a:pPr>
            <a:r>
              <a:rPr lang="en-US" sz="2000" dirty="0"/>
              <a:t>DSA</a:t>
            </a:r>
          </a:p>
          <a:p>
            <a:pPr marL="342900" indent="-342900">
              <a:buFont typeface="Arial" panose="020B0604020202020204" pitchFamily="34" charset="0"/>
              <a:buChar char="•"/>
            </a:pPr>
            <a:r>
              <a:rPr lang="en-US" sz="2000" dirty="0"/>
              <a:t>RSA</a:t>
            </a:r>
          </a:p>
          <a:p>
            <a:pPr marL="342900" indent="-342900">
              <a:buFont typeface="Arial" panose="020B0604020202020204" pitchFamily="34" charset="0"/>
              <a:buChar char="•"/>
            </a:pPr>
            <a:r>
              <a:rPr lang="en-US" sz="2000" dirty="0"/>
              <a:t>RSASSA-PSS</a:t>
            </a:r>
          </a:p>
          <a:p>
            <a:pPr marL="342900" indent="-342900">
              <a:buFont typeface="Arial" panose="020B0604020202020204" pitchFamily="34" charset="0"/>
              <a:buChar char="•"/>
            </a:pPr>
            <a:r>
              <a:rPr lang="en-US" sz="2000" dirty="0"/>
              <a:t>EC</a:t>
            </a:r>
          </a:p>
        </p:txBody>
      </p:sp>
    </p:spTree>
    <p:extLst>
      <p:ext uri="{BB962C8B-B14F-4D97-AF65-F5344CB8AC3E}">
        <p14:creationId xmlns:p14="http://schemas.microsoft.com/office/powerpoint/2010/main" val="2477164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FDFC96-D239-7B2C-BA49-633DF9A6E3C8}"/>
              </a:ext>
            </a:extLst>
          </p:cNvPr>
          <p:cNvSpPr>
            <a:spLocks noGrp="1"/>
          </p:cNvSpPr>
          <p:nvPr>
            <p:ph type="title"/>
          </p:nvPr>
        </p:nvSpPr>
        <p:spPr/>
        <p:txBody>
          <a:bodyPr/>
          <a:lstStyle/>
          <a:p>
            <a:r>
              <a:rPr lang="en-GB" sz="3800" noProof="0" dirty="0"/>
              <a:t>Initializing </a:t>
            </a:r>
            <a:r>
              <a:rPr lang="en-GB" sz="3800" noProof="0" dirty="0" err="1"/>
              <a:t>KeyPairGenerator</a:t>
            </a:r>
            <a:endParaRPr lang="en-GB" sz="3800" noProof="0" dirty="0"/>
          </a:p>
        </p:txBody>
      </p:sp>
      <p:sp>
        <p:nvSpPr>
          <p:cNvPr id="3" name="Segnaposto testo 2">
            <a:extLst>
              <a:ext uri="{FF2B5EF4-FFF2-40B4-BE49-F238E27FC236}">
                <a16:creationId xmlns:a16="http://schemas.microsoft.com/office/drawing/2014/main" id="{99D8929C-5AC4-BF56-AD0B-2CB3CC114455}"/>
              </a:ext>
            </a:extLst>
          </p:cNvPr>
          <p:cNvSpPr>
            <a:spLocks noGrp="1"/>
          </p:cNvSpPr>
          <p:nvPr>
            <p:ph type="body" sz="quarter" idx="11"/>
          </p:nvPr>
        </p:nvSpPr>
        <p:spPr>
          <a:xfrm>
            <a:off x="527051" y="1412875"/>
            <a:ext cx="11233149" cy="3156061"/>
          </a:xfrm>
        </p:spPr>
        <p:txBody>
          <a:bodyPr/>
          <a:lstStyle/>
          <a:p>
            <a:pPr marL="342900" indent="-342900">
              <a:buFont typeface="Arial" panose="020B0604020202020204" pitchFamily="34" charset="0"/>
              <a:buChar char="•"/>
            </a:pPr>
            <a:r>
              <a:rPr lang="en-US" sz="2400" noProof="0" dirty="0"/>
              <a:t>A key pair generator needs to be initialized before it can generate keys. In most cases, algorithm-independent initialization is sufficient. But in other cases, algorithm-specific initialization can be used.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GB" sz="2400" dirty="0">
                <a:highlight>
                  <a:srgbClr val="C0C0C0"/>
                </a:highlight>
                <a:latin typeface="Courier New" panose="02070309020205020404" pitchFamily="49" charset="0"/>
              </a:rPr>
              <a:t>public void initialize(int </a:t>
            </a:r>
            <a:r>
              <a:rPr lang="en-GB" sz="2400" dirty="0" err="1">
                <a:highlight>
                  <a:srgbClr val="C0C0C0"/>
                </a:highlight>
                <a:latin typeface="Courier New" panose="02070309020205020404" pitchFamily="49" charset="0"/>
              </a:rPr>
              <a:t>keysize</a:t>
            </a:r>
            <a:r>
              <a:rPr lang="en-GB" sz="2400" dirty="0">
                <a:highlight>
                  <a:srgbClr val="C0C0C0"/>
                </a:highlight>
                <a:latin typeface="Courier New" panose="02070309020205020404" pitchFamily="49" charset="0"/>
              </a:rPr>
              <a:t>);</a:t>
            </a:r>
          </a:p>
          <a:p>
            <a:pPr marL="342900" indent="-342900">
              <a:buFont typeface="Arial" panose="020B0604020202020204" pitchFamily="34" charset="0"/>
              <a:buChar char="•"/>
            </a:pPr>
            <a:r>
              <a:rPr lang="en-GB" sz="2400" dirty="0">
                <a:highlight>
                  <a:srgbClr val="C0C0C0"/>
                </a:highlight>
                <a:latin typeface="Courier New" panose="02070309020205020404" pitchFamily="49" charset="0"/>
              </a:rPr>
              <a:t>public void initialize(int </a:t>
            </a:r>
            <a:r>
              <a:rPr lang="en-GB" sz="2400" dirty="0" err="1">
                <a:highlight>
                  <a:srgbClr val="C0C0C0"/>
                </a:highlight>
                <a:latin typeface="Courier New" panose="02070309020205020404" pitchFamily="49" charset="0"/>
              </a:rPr>
              <a:t>keysize</a:t>
            </a:r>
            <a:r>
              <a:rPr lang="en-GB" sz="2400" dirty="0">
                <a:highlight>
                  <a:srgbClr val="C0C0C0"/>
                </a:highlight>
                <a:latin typeface="Courier New" panose="02070309020205020404" pitchFamily="49" charset="0"/>
              </a:rPr>
              <a:t>, SecureRandom </a:t>
            </a:r>
            <a:r>
              <a:rPr lang="en-GB" sz="2400" dirty="0" err="1">
                <a:highlight>
                  <a:srgbClr val="C0C0C0"/>
                </a:highlight>
                <a:latin typeface="Courier New" panose="02070309020205020404" pitchFamily="49" charset="0"/>
              </a:rPr>
              <a:t>sr</a:t>
            </a:r>
            <a:r>
              <a:rPr lang="en-GB" sz="2400" dirty="0">
                <a:highlight>
                  <a:srgbClr val="C0C0C0"/>
                </a:highlight>
                <a:latin typeface="Courier New" panose="02070309020205020404" pitchFamily="49" charset="0"/>
              </a:rPr>
              <a:t>);</a:t>
            </a:r>
          </a:p>
          <a:p>
            <a:pPr marL="342900" indent="-342900">
              <a:buFont typeface="Arial" panose="020B0604020202020204" pitchFamily="34" charset="0"/>
              <a:buChar char="•"/>
            </a:pPr>
            <a:r>
              <a:rPr lang="en-GB" sz="2400" dirty="0">
                <a:highlight>
                  <a:srgbClr val="C0C0C0"/>
                </a:highlight>
                <a:latin typeface="Courier New" panose="02070309020205020404" pitchFamily="49" charset="0"/>
              </a:rPr>
              <a:t>public void initialize(</a:t>
            </a:r>
            <a:r>
              <a:rPr lang="en-GB" sz="2400" dirty="0" err="1">
                <a:highlight>
                  <a:srgbClr val="C0C0C0"/>
                </a:highlight>
                <a:latin typeface="Courier New" panose="02070309020205020404" pitchFamily="49" charset="0"/>
              </a:rPr>
              <a:t>AlgorithmParameterSpec</a:t>
            </a:r>
            <a:r>
              <a:rPr lang="en-GB" sz="2400" dirty="0">
                <a:highlight>
                  <a:srgbClr val="C0C0C0"/>
                </a:highlight>
                <a:latin typeface="Courier New" panose="02070309020205020404" pitchFamily="49" charset="0"/>
              </a:rPr>
              <a:t> params);</a:t>
            </a:r>
          </a:p>
          <a:p>
            <a:pPr marL="342900" indent="-342900">
              <a:buFont typeface="Arial" panose="020B0604020202020204" pitchFamily="34" charset="0"/>
              <a:buChar char="•"/>
            </a:pPr>
            <a:endParaRPr lang="en-GB" sz="2400" dirty="0">
              <a:highlight>
                <a:srgbClr val="C0C0C0"/>
              </a:highlight>
              <a:latin typeface="Courier New" panose="02070309020205020404" pitchFamily="49" charset="0"/>
            </a:endParaRPr>
          </a:p>
          <a:p>
            <a:pPr marL="342900" indent="-342900">
              <a:buFont typeface="Arial" panose="020B0604020202020204" pitchFamily="34" charset="0"/>
              <a:buChar char="•"/>
            </a:pPr>
            <a:endParaRPr lang="en-GB" sz="2400" noProof="0" dirty="0"/>
          </a:p>
        </p:txBody>
      </p:sp>
    </p:spTree>
    <p:extLst>
      <p:ext uri="{BB962C8B-B14F-4D97-AF65-F5344CB8AC3E}">
        <p14:creationId xmlns:p14="http://schemas.microsoft.com/office/powerpoint/2010/main" val="3745315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5C525-3872-E979-EF2F-B398C5FAC25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487B114-964D-52E8-6BC0-412D0852735D}"/>
              </a:ext>
            </a:extLst>
          </p:cNvPr>
          <p:cNvSpPr>
            <a:spLocks noGrp="1"/>
          </p:cNvSpPr>
          <p:nvPr>
            <p:ph type="title"/>
          </p:nvPr>
        </p:nvSpPr>
        <p:spPr/>
        <p:txBody>
          <a:bodyPr/>
          <a:lstStyle/>
          <a:p>
            <a:r>
              <a:rPr lang="en-GB" sz="3800" noProof="0" dirty="0"/>
              <a:t>Obtaining asymmetric keys</a:t>
            </a:r>
          </a:p>
        </p:txBody>
      </p:sp>
      <p:sp>
        <p:nvSpPr>
          <p:cNvPr id="3" name="Segnaposto testo 2">
            <a:extLst>
              <a:ext uri="{FF2B5EF4-FFF2-40B4-BE49-F238E27FC236}">
                <a16:creationId xmlns:a16="http://schemas.microsoft.com/office/drawing/2014/main" id="{9B10EA24-8F9B-779D-51D8-450B3580667C}"/>
              </a:ext>
            </a:extLst>
          </p:cNvPr>
          <p:cNvSpPr>
            <a:spLocks noGrp="1"/>
          </p:cNvSpPr>
          <p:nvPr>
            <p:ph type="body" sz="quarter" idx="11"/>
          </p:nvPr>
        </p:nvSpPr>
        <p:spPr>
          <a:xfrm>
            <a:off x="527051" y="1412875"/>
            <a:ext cx="11233149" cy="4896445"/>
          </a:xfrm>
        </p:spPr>
        <p:txBody>
          <a:bodyPr/>
          <a:lstStyle/>
          <a:p>
            <a:pPr marL="342900" indent="-342900">
              <a:buFont typeface="Arial" panose="020B0604020202020204" pitchFamily="34" charset="0"/>
              <a:buChar char="•"/>
            </a:pPr>
            <a:r>
              <a:rPr lang="en-US" sz="2400" dirty="0"/>
              <a:t>The procedure for generating a key pair is always the same, regardless of initialization (and of the algorithm). You always call the following method from </a:t>
            </a:r>
            <a:r>
              <a:rPr lang="en-US" sz="2400" dirty="0" err="1"/>
              <a:t>KeyPairGenerator</a:t>
            </a:r>
            <a:r>
              <a:rPr lang="en-US" sz="2400" dirty="0"/>
              <a:t>:</a:t>
            </a:r>
          </a:p>
          <a:p>
            <a:pPr marL="342900" indent="-342900">
              <a:buFont typeface="Arial" panose="020B0604020202020204" pitchFamily="34" charset="0"/>
              <a:buChar char="•"/>
            </a:pPr>
            <a:endParaRPr lang="en-US" sz="2400" dirty="0"/>
          </a:p>
          <a:p>
            <a:pPr algn="ctr"/>
            <a:r>
              <a:rPr lang="en-GB" sz="2400" dirty="0" err="1">
                <a:highlight>
                  <a:srgbClr val="C0C0C0"/>
                </a:highlight>
                <a:latin typeface="Courier New" panose="02070309020205020404" pitchFamily="49" charset="0"/>
              </a:rPr>
              <a:t>KeyPair</a:t>
            </a:r>
            <a:r>
              <a:rPr lang="en-GB" sz="2400" dirty="0">
                <a:highlight>
                  <a:srgbClr val="C0C0C0"/>
                </a:highlight>
                <a:latin typeface="Courier New" panose="02070309020205020404" pitchFamily="49" charset="0"/>
              </a:rPr>
              <a:t> </a:t>
            </a:r>
            <a:r>
              <a:rPr lang="en-GB" sz="2400" dirty="0" err="1">
                <a:highlight>
                  <a:srgbClr val="C0C0C0"/>
                </a:highlight>
                <a:latin typeface="Courier New" panose="02070309020205020404" pitchFamily="49" charset="0"/>
              </a:rPr>
              <a:t>generateKeyPair</a:t>
            </a:r>
            <a:r>
              <a:rPr lang="en-GB" sz="2400" dirty="0">
                <a:highlight>
                  <a:srgbClr val="C0C0C0"/>
                </a:highlight>
                <a:latin typeface="Courier New" panose="02070309020205020404" pitchFamily="49" charset="0"/>
              </a:rPr>
              <a:t>()</a:t>
            </a:r>
          </a:p>
          <a:p>
            <a:pPr algn="ctr"/>
            <a:endParaRPr lang="en-GB" sz="2400" dirty="0">
              <a:highlight>
                <a:srgbClr val="C0C0C0"/>
              </a:highlight>
              <a:latin typeface="Courier New" panose="02070309020205020404" pitchFamily="49" charset="0"/>
            </a:endParaRPr>
          </a:p>
          <a:p>
            <a:pPr marL="342900" indent="-342900">
              <a:buFont typeface="Arial" panose="020B0604020202020204" pitchFamily="34" charset="0"/>
              <a:buChar char="•"/>
            </a:pPr>
            <a:r>
              <a:rPr lang="en-US" sz="2400" dirty="0"/>
              <a:t>Multiple calls to </a:t>
            </a:r>
            <a:r>
              <a:rPr lang="en-US" sz="2400" dirty="0" err="1"/>
              <a:t>generateKeyPair</a:t>
            </a:r>
            <a:r>
              <a:rPr lang="en-US" sz="2400" dirty="0"/>
              <a:t> will yield different key pairs.</a:t>
            </a:r>
            <a:endParaRPr lang="en-GB" sz="2400" dirty="0"/>
          </a:p>
          <a:p>
            <a:pPr marL="342900" indent="-342900">
              <a:buFont typeface="Arial" panose="020B0604020202020204" pitchFamily="34" charset="0"/>
              <a:buChar char="•"/>
            </a:pPr>
            <a:r>
              <a:rPr lang="en-GB" sz="2400" dirty="0"/>
              <a:t>You can get the keys simply with:</a:t>
            </a:r>
          </a:p>
          <a:p>
            <a:pPr marL="342900" indent="-342900">
              <a:buFont typeface="Arial" panose="020B0604020202020204" pitchFamily="34" charset="0"/>
              <a:buChar char="•"/>
            </a:pPr>
            <a:endParaRPr lang="en-GB" sz="2400" dirty="0"/>
          </a:p>
          <a:p>
            <a:pPr algn="ctr"/>
            <a:r>
              <a:rPr lang="en-GB" sz="2400" dirty="0" err="1">
                <a:highlight>
                  <a:srgbClr val="C0C0C0"/>
                </a:highlight>
                <a:latin typeface="Courier New" panose="02070309020205020404" pitchFamily="49" charset="0"/>
              </a:rPr>
              <a:t>KeyPair</a:t>
            </a:r>
            <a:r>
              <a:rPr lang="en-GB" sz="2400" dirty="0">
                <a:highlight>
                  <a:srgbClr val="C0C0C0"/>
                </a:highlight>
                <a:latin typeface="Courier New" panose="02070309020205020404" pitchFamily="49" charset="0"/>
              </a:rPr>
              <a:t> pair = </a:t>
            </a:r>
            <a:r>
              <a:rPr lang="en-GB" sz="2400" dirty="0" err="1">
                <a:highlight>
                  <a:srgbClr val="C0C0C0"/>
                </a:highlight>
                <a:latin typeface="Courier New" panose="02070309020205020404" pitchFamily="49" charset="0"/>
              </a:rPr>
              <a:t>keyGen.generateKeyPair</a:t>
            </a:r>
            <a:r>
              <a:rPr lang="en-GB" sz="2400" dirty="0">
                <a:highlight>
                  <a:srgbClr val="C0C0C0"/>
                </a:highlight>
                <a:latin typeface="Courier New" panose="02070309020205020404" pitchFamily="49" charset="0"/>
              </a:rPr>
              <a:t>();</a:t>
            </a:r>
          </a:p>
          <a:p>
            <a:pPr algn="ctr"/>
            <a:r>
              <a:rPr lang="en-GB" sz="2400" dirty="0" err="1">
                <a:highlight>
                  <a:srgbClr val="C0C0C0"/>
                </a:highlight>
                <a:latin typeface="Courier New" panose="02070309020205020404" pitchFamily="49" charset="0"/>
              </a:rPr>
              <a:t>PrivateKey</a:t>
            </a:r>
            <a:r>
              <a:rPr lang="en-GB" sz="2400" dirty="0">
                <a:highlight>
                  <a:srgbClr val="C0C0C0"/>
                </a:highlight>
                <a:latin typeface="Courier New" panose="02070309020205020404" pitchFamily="49" charset="0"/>
              </a:rPr>
              <a:t> </a:t>
            </a:r>
            <a:r>
              <a:rPr lang="en-GB" sz="2400" dirty="0" err="1">
                <a:highlight>
                  <a:srgbClr val="C0C0C0"/>
                </a:highlight>
                <a:latin typeface="Courier New" panose="02070309020205020404" pitchFamily="49" charset="0"/>
              </a:rPr>
              <a:t>priv</a:t>
            </a:r>
            <a:r>
              <a:rPr lang="en-GB" sz="2400" dirty="0">
                <a:highlight>
                  <a:srgbClr val="C0C0C0"/>
                </a:highlight>
                <a:latin typeface="Courier New" panose="02070309020205020404" pitchFamily="49" charset="0"/>
              </a:rPr>
              <a:t> = </a:t>
            </a:r>
            <a:r>
              <a:rPr lang="en-GB" sz="2400" dirty="0" err="1">
                <a:highlight>
                  <a:srgbClr val="C0C0C0"/>
                </a:highlight>
                <a:latin typeface="Courier New" panose="02070309020205020404" pitchFamily="49" charset="0"/>
              </a:rPr>
              <a:t>pair.getPrivate</a:t>
            </a:r>
            <a:r>
              <a:rPr lang="en-GB" sz="2400" dirty="0">
                <a:highlight>
                  <a:srgbClr val="C0C0C0"/>
                </a:highlight>
                <a:latin typeface="Courier New" panose="02070309020205020404" pitchFamily="49" charset="0"/>
              </a:rPr>
              <a:t>();</a:t>
            </a:r>
          </a:p>
          <a:p>
            <a:pPr algn="ctr"/>
            <a:r>
              <a:rPr lang="en-GB" sz="2400" dirty="0" err="1">
                <a:highlight>
                  <a:srgbClr val="C0C0C0"/>
                </a:highlight>
                <a:latin typeface="Courier New" panose="02070309020205020404" pitchFamily="49" charset="0"/>
              </a:rPr>
              <a:t>PublicKey</a:t>
            </a:r>
            <a:r>
              <a:rPr lang="en-GB" sz="2400" dirty="0">
                <a:highlight>
                  <a:srgbClr val="C0C0C0"/>
                </a:highlight>
                <a:latin typeface="Courier New" panose="02070309020205020404" pitchFamily="49" charset="0"/>
              </a:rPr>
              <a:t> pub = </a:t>
            </a:r>
            <a:r>
              <a:rPr lang="en-GB" sz="2400" dirty="0" err="1">
                <a:highlight>
                  <a:srgbClr val="C0C0C0"/>
                </a:highlight>
                <a:latin typeface="Courier New" panose="02070309020205020404" pitchFamily="49" charset="0"/>
              </a:rPr>
              <a:t>pair.getPublic</a:t>
            </a:r>
            <a:r>
              <a:rPr lang="en-GB" sz="2400" dirty="0">
                <a:highlight>
                  <a:srgbClr val="C0C0C0"/>
                </a:highlight>
                <a:latin typeface="Courier New" panose="02070309020205020404" pitchFamily="49" charset="0"/>
              </a:rPr>
              <a:t>();</a:t>
            </a:r>
          </a:p>
          <a:p>
            <a:pPr marL="342900" indent="-342900">
              <a:buFont typeface="Arial" panose="020B0604020202020204" pitchFamily="34" charset="0"/>
              <a:buChar char="•"/>
            </a:pPr>
            <a:endParaRPr lang="en-GB" sz="2400" noProof="0" dirty="0"/>
          </a:p>
        </p:txBody>
      </p:sp>
    </p:spTree>
    <p:extLst>
      <p:ext uri="{BB962C8B-B14F-4D97-AF65-F5344CB8AC3E}">
        <p14:creationId xmlns:p14="http://schemas.microsoft.com/office/powerpoint/2010/main" val="13090143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F51393-70D0-CF81-45B7-FF935C13404E}"/>
              </a:ext>
            </a:extLst>
          </p:cNvPr>
          <p:cNvSpPr>
            <a:spLocks noGrp="1"/>
          </p:cNvSpPr>
          <p:nvPr>
            <p:ph type="title"/>
          </p:nvPr>
        </p:nvSpPr>
        <p:spPr/>
        <p:txBody>
          <a:bodyPr/>
          <a:lstStyle/>
          <a:p>
            <a:r>
              <a:rPr lang="en-GB" sz="3800" noProof="0" dirty="0"/>
              <a:t>RSA</a:t>
            </a:r>
          </a:p>
        </p:txBody>
      </p:sp>
      <p:sp>
        <p:nvSpPr>
          <p:cNvPr id="3" name="Segnaposto testo 2">
            <a:extLst>
              <a:ext uri="{FF2B5EF4-FFF2-40B4-BE49-F238E27FC236}">
                <a16:creationId xmlns:a16="http://schemas.microsoft.com/office/drawing/2014/main" id="{4E88AFFE-CC17-0582-C82C-8A6B861AE75F}"/>
              </a:ext>
            </a:extLst>
          </p:cNvPr>
          <p:cNvSpPr>
            <a:spLocks noGrp="1"/>
          </p:cNvSpPr>
          <p:nvPr>
            <p:ph type="body" sz="quarter" idx="11"/>
          </p:nvPr>
        </p:nvSpPr>
        <p:spPr>
          <a:xfrm>
            <a:off x="527051" y="1412875"/>
            <a:ext cx="5784973" cy="4320381"/>
          </a:xfrm>
        </p:spPr>
        <p:txBody>
          <a:bodyPr/>
          <a:lstStyle/>
          <a:p>
            <a:pPr marL="342900" indent="-342900">
              <a:buFont typeface="Arial" panose="020B0604020202020204" pitchFamily="34" charset="0"/>
              <a:buChar char="•"/>
            </a:pPr>
            <a:r>
              <a:rPr lang="en-US" sz="2400" dirty="0"/>
              <a:t>Used for encryption and signature on the web.</a:t>
            </a:r>
            <a:endParaRPr lang="en-GB"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a:t>The security of RSA is based on the mathematical difficulty of factoring large prime numbers.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a:t>The implementation is optimized to enhance performance (decryption using CRT, e value predefined)</a:t>
            </a:r>
          </a:p>
          <a:p>
            <a:pPr marL="342900" indent="-342900">
              <a:buFont typeface="Arial" panose="020B0604020202020204" pitchFamily="34" charset="0"/>
              <a:buChar char="•"/>
            </a:pPr>
            <a:endParaRPr lang="en-US" sz="2400" noProof="0" dirty="0"/>
          </a:p>
          <a:p>
            <a:pPr marL="342900" indent="-342900">
              <a:buFont typeface="Arial" panose="020B0604020202020204" pitchFamily="34" charset="0"/>
              <a:buChar char="•"/>
            </a:pPr>
            <a:endParaRPr lang="en-US" sz="2400" dirty="0"/>
          </a:p>
        </p:txBody>
      </p:sp>
      <p:pic>
        <p:nvPicPr>
          <p:cNvPr id="4098" name="Picture 2" descr="RSA (Rivest, Shamir, Adleman) - YouTube">
            <a:extLst>
              <a:ext uri="{FF2B5EF4-FFF2-40B4-BE49-F238E27FC236}">
                <a16:creationId xmlns:a16="http://schemas.microsoft.com/office/drawing/2014/main" id="{827E5260-AB30-65CC-5254-AD097D5F974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828" r="10753"/>
          <a:stretch>
            <a:fillRect/>
          </a:stretch>
        </p:blipFill>
        <p:spPr bwMode="auto">
          <a:xfrm>
            <a:off x="6528048" y="1466427"/>
            <a:ext cx="5400600" cy="3925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029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9104B-3402-DD6B-EC91-04210518F7D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ABD101B-F209-718F-6F6D-881D22C47EC3}"/>
              </a:ext>
            </a:extLst>
          </p:cNvPr>
          <p:cNvSpPr>
            <a:spLocks noGrp="1"/>
          </p:cNvSpPr>
          <p:nvPr>
            <p:ph type="title"/>
          </p:nvPr>
        </p:nvSpPr>
        <p:spPr/>
        <p:txBody>
          <a:bodyPr/>
          <a:lstStyle/>
          <a:p>
            <a:r>
              <a:rPr lang="en-GB" sz="3800" noProof="0" dirty="0"/>
              <a:t>Encrypting with RSA - 1</a:t>
            </a:r>
          </a:p>
        </p:txBody>
      </p:sp>
      <p:sp>
        <p:nvSpPr>
          <p:cNvPr id="3" name="Segnaposto testo 2">
            <a:extLst>
              <a:ext uri="{FF2B5EF4-FFF2-40B4-BE49-F238E27FC236}">
                <a16:creationId xmlns:a16="http://schemas.microsoft.com/office/drawing/2014/main" id="{9191CE81-F9C4-9EC1-8BF9-9D0B3EEE94F1}"/>
              </a:ext>
            </a:extLst>
          </p:cNvPr>
          <p:cNvSpPr>
            <a:spLocks noGrp="1"/>
          </p:cNvSpPr>
          <p:nvPr>
            <p:ph type="body" sz="quarter" idx="11"/>
          </p:nvPr>
        </p:nvSpPr>
        <p:spPr>
          <a:xfrm>
            <a:off x="527051" y="1412875"/>
            <a:ext cx="11233149" cy="4896445"/>
          </a:xfrm>
          <a:solidFill>
            <a:schemeClr val="bg1"/>
          </a:solidFill>
        </p:spPr>
        <p:txBody>
          <a:bodyPr/>
          <a:lstStyle/>
          <a:p>
            <a:pPr marL="342900" indent="-342900">
              <a:buFont typeface="Arial" panose="020B0604020202020204" pitchFamily="34" charset="0"/>
              <a:buChar char="•"/>
            </a:pPr>
            <a:r>
              <a:rPr lang="en-US" sz="2400" dirty="0"/>
              <a:t>We use the Cipher in the exact same way as in the symmetric encryption.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We must just be careful using “</a:t>
            </a:r>
            <a:r>
              <a:rPr lang="en-US" sz="2400" i="1" dirty="0">
                <a:latin typeface="Courier New" panose="02070309020205020404" pitchFamily="49" charset="0"/>
              </a:rPr>
              <a:t>RSA</a:t>
            </a:r>
            <a:r>
              <a:rPr lang="en-US" sz="2400" dirty="0"/>
              <a:t>” algorithm and specifying the right keys.</a:t>
            </a:r>
          </a:p>
          <a:p>
            <a:pPr marL="342900" indent="-342900">
              <a:buFont typeface="Arial" panose="020B0604020202020204" pitchFamily="34" charset="0"/>
              <a:buChar char="•"/>
            </a:pPr>
            <a:endParaRPr lang="en-US" sz="2400" dirty="0"/>
          </a:p>
          <a:p>
            <a:r>
              <a:rPr lang="en-US" sz="2400" i="1" dirty="0">
                <a:latin typeface="Courier New" panose="02070309020205020404" pitchFamily="49" charset="0"/>
                <a:cs typeface="Courier New" panose="02070309020205020404" pitchFamily="49" charset="0"/>
              </a:rPr>
              <a:t>// Encryption</a:t>
            </a:r>
          </a:p>
          <a:p>
            <a:r>
              <a:rPr lang="en-US" sz="2400" i="1" dirty="0">
                <a:latin typeface="Courier New" panose="02070309020205020404" pitchFamily="49" charset="0"/>
                <a:cs typeface="Courier New" panose="02070309020205020404" pitchFamily="49" charset="0"/>
              </a:rPr>
              <a:t>Cipher </a:t>
            </a:r>
            <a:r>
              <a:rPr lang="en-US" sz="2400" i="1" dirty="0" err="1">
                <a:latin typeface="Courier New" panose="02070309020205020404" pitchFamily="49" charset="0"/>
                <a:cs typeface="Courier New" panose="02070309020205020404" pitchFamily="49" charset="0"/>
              </a:rPr>
              <a:t>cipher</a:t>
            </a:r>
            <a:r>
              <a:rPr lang="en-US" sz="2400" i="1" dirty="0">
                <a:latin typeface="Courier New" panose="02070309020205020404" pitchFamily="49" charset="0"/>
                <a:cs typeface="Courier New" panose="02070309020205020404" pitchFamily="49" charset="0"/>
              </a:rPr>
              <a:t> = </a:t>
            </a:r>
            <a:r>
              <a:rPr lang="en-US" sz="2400" i="1" dirty="0" err="1">
                <a:latin typeface="Courier New" panose="02070309020205020404" pitchFamily="49" charset="0"/>
                <a:cs typeface="Courier New" panose="02070309020205020404" pitchFamily="49" charset="0"/>
              </a:rPr>
              <a:t>Cipher.getInstance</a:t>
            </a:r>
            <a:r>
              <a:rPr lang="en-US" sz="2400" i="1" dirty="0">
                <a:latin typeface="Courier New" panose="02070309020205020404" pitchFamily="49" charset="0"/>
                <a:cs typeface="Courier New" panose="02070309020205020404" pitchFamily="49" charset="0"/>
              </a:rPr>
              <a:t>(“RSA”);</a:t>
            </a:r>
          </a:p>
          <a:p>
            <a:r>
              <a:rPr lang="en-GB" sz="2400" i="1" dirty="0" err="1">
                <a:latin typeface="Courier New" panose="02070309020205020404" pitchFamily="49" charset="0"/>
                <a:cs typeface="Courier New" panose="02070309020205020404" pitchFamily="49" charset="0"/>
              </a:rPr>
              <a:t>c.init</a:t>
            </a:r>
            <a:r>
              <a:rPr lang="en-GB" sz="2400" i="1" dirty="0">
                <a:latin typeface="Courier New" panose="02070309020205020404" pitchFamily="49" charset="0"/>
                <a:cs typeface="Courier New" panose="02070309020205020404" pitchFamily="49" charset="0"/>
              </a:rPr>
              <a:t>(</a:t>
            </a:r>
            <a:r>
              <a:rPr lang="en-GB" sz="2400" i="1" dirty="0" err="1">
                <a:latin typeface="Courier New" panose="02070309020205020404" pitchFamily="49" charset="0"/>
                <a:cs typeface="Courier New" panose="02070309020205020404" pitchFamily="49" charset="0"/>
              </a:rPr>
              <a:t>Cipher.ENCRYPT_MODE</a:t>
            </a:r>
            <a:r>
              <a:rPr lang="en-GB" sz="2400" i="1" dirty="0">
                <a:latin typeface="Courier New" panose="02070309020205020404" pitchFamily="49" charset="0"/>
                <a:cs typeface="Courier New" panose="02070309020205020404" pitchFamily="49" charset="0"/>
              </a:rPr>
              <a:t>, </a:t>
            </a:r>
            <a:r>
              <a:rPr lang="en-GB" sz="2400" i="1" dirty="0" err="1">
                <a:latin typeface="Courier New" panose="02070309020205020404" pitchFamily="49" charset="0"/>
                <a:cs typeface="Courier New" panose="02070309020205020404" pitchFamily="49" charset="0"/>
              </a:rPr>
              <a:t>receiverPublicKey</a:t>
            </a:r>
            <a:r>
              <a:rPr lang="en-GB" sz="2400" i="1" dirty="0">
                <a:latin typeface="Courier New" panose="02070309020205020404" pitchFamily="49" charset="0"/>
                <a:cs typeface="Courier New" panose="02070309020205020404" pitchFamily="49" charset="0"/>
              </a:rPr>
              <a:t>);</a:t>
            </a:r>
          </a:p>
          <a:p>
            <a:r>
              <a:rPr lang="en-GB" sz="2400" i="1" dirty="0">
                <a:latin typeface="Courier New" panose="02070309020205020404" pitchFamily="49" charset="0"/>
                <a:cs typeface="Courier New" panose="02070309020205020404" pitchFamily="49" charset="0"/>
              </a:rPr>
              <a:t>byte[] </a:t>
            </a:r>
            <a:r>
              <a:rPr lang="en-GB" sz="2400" i="1" dirty="0" err="1">
                <a:latin typeface="Courier New" panose="02070309020205020404" pitchFamily="49" charset="0"/>
                <a:cs typeface="Courier New" panose="02070309020205020404" pitchFamily="49" charset="0"/>
              </a:rPr>
              <a:t>encryptedMessage</a:t>
            </a:r>
            <a:r>
              <a:rPr lang="en-GB" sz="2400" i="1" dirty="0">
                <a:latin typeface="Courier New" panose="02070309020205020404" pitchFamily="49" charset="0"/>
                <a:cs typeface="Courier New" panose="02070309020205020404" pitchFamily="49" charset="0"/>
              </a:rPr>
              <a:t> = </a:t>
            </a:r>
            <a:r>
              <a:rPr lang="en-GB" sz="2400" i="1" dirty="0" err="1">
                <a:latin typeface="Courier New" panose="02070309020205020404" pitchFamily="49" charset="0"/>
                <a:cs typeface="Courier New" panose="02070309020205020404" pitchFamily="49" charset="0"/>
              </a:rPr>
              <a:t>c.doFinal</a:t>
            </a:r>
            <a:r>
              <a:rPr lang="en-GB" sz="2400" i="1" dirty="0">
                <a:latin typeface="Courier New" panose="02070309020205020404" pitchFamily="49" charset="0"/>
                <a:cs typeface="Courier New" panose="02070309020205020404" pitchFamily="49" charset="0"/>
              </a:rPr>
              <a:t>(message);</a:t>
            </a:r>
          </a:p>
          <a:p>
            <a:r>
              <a:rPr lang="en-GB" sz="2400" i="1" dirty="0">
                <a:latin typeface="Courier New" panose="02070309020205020404" pitchFamily="49" charset="0"/>
                <a:cs typeface="Courier New" panose="02070309020205020404" pitchFamily="49" charset="0"/>
              </a:rPr>
              <a:t>// Decryption</a:t>
            </a:r>
          </a:p>
          <a:p>
            <a:r>
              <a:rPr lang="en-GB" sz="2400" i="1" dirty="0" err="1">
                <a:latin typeface="Courier New" panose="02070309020205020404" pitchFamily="49" charset="0"/>
                <a:cs typeface="Courier New" panose="02070309020205020404" pitchFamily="49" charset="0"/>
              </a:rPr>
              <a:t>c.init</a:t>
            </a:r>
            <a:r>
              <a:rPr lang="en-GB" sz="2400" i="1" dirty="0">
                <a:latin typeface="Courier New" panose="02070309020205020404" pitchFamily="49" charset="0"/>
                <a:cs typeface="Courier New" panose="02070309020205020404" pitchFamily="49" charset="0"/>
              </a:rPr>
              <a:t>(</a:t>
            </a:r>
            <a:r>
              <a:rPr lang="en-GB" sz="2400" i="1" dirty="0" err="1">
                <a:latin typeface="Courier New" panose="02070309020205020404" pitchFamily="49" charset="0"/>
                <a:cs typeface="Courier New" panose="02070309020205020404" pitchFamily="49" charset="0"/>
              </a:rPr>
              <a:t>Cipher.DECRYPT_MODE</a:t>
            </a:r>
            <a:r>
              <a:rPr lang="en-GB" sz="2400" i="1" dirty="0">
                <a:latin typeface="Courier New" panose="02070309020205020404" pitchFamily="49" charset="0"/>
                <a:cs typeface="Courier New" panose="02070309020205020404" pitchFamily="49" charset="0"/>
              </a:rPr>
              <a:t>, </a:t>
            </a:r>
            <a:r>
              <a:rPr lang="en-GB" sz="2400" i="1" dirty="0" err="1">
                <a:latin typeface="Courier New" panose="02070309020205020404" pitchFamily="49" charset="0"/>
                <a:cs typeface="Courier New" panose="02070309020205020404" pitchFamily="49" charset="0"/>
              </a:rPr>
              <a:t>myPrivateKey</a:t>
            </a:r>
            <a:r>
              <a:rPr lang="en-GB" sz="2400" i="1" dirty="0">
                <a:latin typeface="Courier New" panose="02070309020205020404" pitchFamily="49" charset="0"/>
                <a:cs typeface="Courier New" panose="02070309020205020404" pitchFamily="49" charset="0"/>
              </a:rPr>
              <a:t>);</a:t>
            </a:r>
          </a:p>
          <a:p>
            <a:r>
              <a:rPr lang="en-GB" sz="2400" i="1" dirty="0">
                <a:latin typeface="Courier New" panose="02070309020205020404" pitchFamily="49" charset="0"/>
                <a:cs typeface="Courier New" panose="02070309020205020404" pitchFamily="49" charset="0"/>
              </a:rPr>
              <a:t>byte[] </a:t>
            </a:r>
            <a:r>
              <a:rPr lang="en-GB" sz="2400" i="1" dirty="0" err="1">
                <a:latin typeface="Courier New" panose="02070309020205020404" pitchFamily="49" charset="0"/>
                <a:cs typeface="Courier New" panose="02070309020205020404" pitchFamily="49" charset="0"/>
              </a:rPr>
              <a:t>decryptedMessage</a:t>
            </a:r>
            <a:r>
              <a:rPr lang="en-GB" sz="2400" i="1" dirty="0">
                <a:latin typeface="Courier New" panose="02070309020205020404" pitchFamily="49" charset="0"/>
                <a:cs typeface="Courier New" panose="02070309020205020404" pitchFamily="49" charset="0"/>
              </a:rPr>
              <a:t> = </a:t>
            </a:r>
            <a:r>
              <a:rPr lang="en-GB" sz="2400" i="1" dirty="0" err="1">
                <a:latin typeface="Courier New" panose="02070309020205020404" pitchFamily="49" charset="0"/>
                <a:cs typeface="Courier New" panose="02070309020205020404" pitchFamily="49" charset="0"/>
              </a:rPr>
              <a:t>c.doFinal</a:t>
            </a:r>
            <a:r>
              <a:rPr lang="en-GB" sz="2400" i="1" dirty="0">
                <a:latin typeface="Courier New" panose="02070309020205020404" pitchFamily="49" charset="0"/>
                <a:cs typeface="Courier New" panose="02070309020205020404" pitchFamily="49" charset="0"/>
              </a:rPr>
              <a:t>(message);</a:t>
            </a:r>
          </a:p>
        </p:txBody>
      </p:sp>
    </p:spTree>
    <p:extLst>
      <p:ext uri="{BB962C8B-B14F-4D97-AF65-F5344CB8AC3E}">
        <p14:creationId xmlns:p14="http://schemas.microsoft.com/office/powerpoint/2010/main" val="8202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6867E-A368-8137-23C9-9B2B0106F84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5EB0500-2AA0-F1E2-D697-7968531556AE}"/>
              </a:ext>
            </a:extLst>
          </p:cNvPr>
          <p:cNvSpPr>
            <a:spLocks noGrp="1"/>
          </p:cNvSpPr>
          <p:nvPr>
            <p:ph type="title"/>
          </p:nvPr>
        </p:nvSpPr>
        <p:spPr/>
        <p:txBody>
          <a:bodyPr/>
          <a:lstStyle/>
          <a:p>
            <a:r>
              <a:rPr lang="en-GB" sz="3800" noProof="0" dirty="0"/>
              <a:t>Encrypting with RSA - 2</a:t>
            </a:r>
          </a:p>
        </p:txBody>
      </p:sp>
      <p:sp>
        <p:nvSpPr>
          <p:cNvPr id="3" name="Segnaposto testo 2">
            <a:extLst>
              <a:ext uri="{FF2B5EF4-FFF2-40B4-BE49-F238E27FC236}">
                <a16:creationId xmlns:a16="http://schemas.microsoft.com/office/drawing/2014/main" id="{48CF239D-D596-34A5-54B7-98DB6A219AC5}"/>
              </a:ext>
            </a:extLst>
          </p:cNvPr>
          <p:cNvSpPr>
            <a:spLocks noGrp="1"/>
          </p:cNvSpPr>
          <p:nvPr>
            <p:ph type="body" sz="quarter" idx="11"/>
          </p:nvPr>
        </p:nvSpPr>
        <p:spPr>
          <a:xfrm>
            <a:off x="527051" y="1412875"/>
            <a:ext cx="11233149" cy="4896445"/>
          </a:xfrm>
          <a:solidFill>
            <a:schemeClr val="bg1"/>
          </a:solidFill>
        </p:spPr>
        <p:txBody>
          <a:bodyPr/>
          <a:lstStyle/>
          <a:p>
            <a:pPr marL="342900" indent="-342900">
              <a:buFont typeface="Arial" panose="020B0604020202020204" pitchFamily="34" charset="0"/>
              <a:buChar char="•"/>
            </a:pPr>
            <a:r>
              <a:rPr lang="en-US" sz="2400" dirty="0"/>
              <a:t>Actually, the basic implementation of RSA is susceptible to padding oracle attacks. Therefore, we must use robust versions of these algorithms for greater security (both for encrypting and signing).</a:t>
            </a:r>
          </a:p>
          <a:p>
            <a:pPr marL="342900" indent="-342900">
              <a:buFont typeface="Arial" panose="020B0604020202020204" pitchFamily="34" charset="0"/>
              <a:buChar char="•"/>
            </a:pPr>
            <a:endParaRPr lang="en-US" sz="2400" dirty="0"/>
          </a:p>
          <a:p>
            <a:r>
              <a:rPr lang="en-US" sz="2400" i="1" dirty="0">
                <a:latin typeface="Courier New" panose="02070309020205020404" pitchFamily="49" charset="0"/>
                <a:cs typeface="Courier New" panose="02070309020205020404" pitchFamily="49" charset="0"/>
              </a:rPr>
              <a:t>// Encryption</a:t>
            </a:r>
          </a:p>
          <a:p>
            <a:r>
              <a:rPr lang="en-US" sz="2400" i="1" dirty="0">
                <a:latin typeface="Courier New" panose="02070309020205020404" pitchFamily="49" charset="0"/>
                <a:cs typeface="Courier New" panose="02070309020205020404" pitchFamily="49" charset="0"/>
              </a:rPr>
              <a:t>Cipher </a:t>
            </a:r>
            <a:r>
              <a:rPr lang="en-US" sz="2400" i="1" dirty="0" err="1">
                <a:latin typeface="Courier New" panose="02070309020205020404" pitchFamily="49" charset="0"/>
                <a:cs typeface="Courier New" panose="02070309020205020404" pitchFamily="49" charset="0"/>
              </a:rPr>
              <a:t>cipher</a:t>
            </a:r>
            <a:r>
              <a:rPr lang="en-US" sz="2400" i="1" dirty="0">
                <a:latin typeface="Courier New" panose="02070309020205020404" pitchFamily="49" charset="0"/>
                <a:cs typeface="Courier New" panose="02070309020205020404" pitchFamily="49" charset="0"/>
              </a:rPr>
              <a:t> = </a:t>
            </a:r>
            <a:r>
              <a:rPr lang="en-US" sz="2400" i="1" dirty="0" err="1">
                <a:latin typeface="Courier New" panose="02070309020205020404" pitchFamily="49" charset="0"/>
                <a:cs typeface="Courier New" panose="02070309020205020404" pitchFamily="49" charset="0"/>
              </a:rPr>
              <a:t>Cipher.getInstance</a:t>
            </a:r>
            <a:r>
              <a:rPr lang="en-US" sz="2400" i="1" dirty="0">
                <a:latin typeface="Courier New" panose="02070309020205020404" pitchFamily="49" charset="0"/>
                <a:cs typeface="Courier New" panose="02070309020205020404" pitchFamily="49" charset="0"/>
              </a:rPr>
              <a:t>("RSA/ECB/OAEPWithSHA-256AndMGF1Padding");</a:t>
            </a:r>
          </a:p>
          <a:p>
            <a:r>
              <a:rPr lang="en-GB" sz="2400" i="1" dirty="0" err="1">
                <a:latin typeface="Courier New" panose="02070309020205020404" pitchFamily="49" charset="0"/>
                <a:cs typeface="Courier New" panose="02070309020205020404" pitchFamily="49" charset="0"/>
              </a:rPr>
              <a:t>c.init</a:t>
            </a:r>
            <a:r>
              <a:rPr lang="en-GB" sz="2400" i="1" dirty="0">
                <a:latin typeface="Courier New" panose="02070309020205020404" pitchFamily="49" charset="0"/>
                <a:cs typeface="Courier New" panose="02070309020205020404" pitchFamily="49" charset="0"/>
              </a:rPr>
              <a:t>(</a:t>
            </a:r>
            <a:r>
              <a:rPr lang="en-GB" sz="2400" i="1" dirty="0" err="1">
                <a:latin typeface="Courier New" panose="02070309020205020404" pitchFamily="49" charset="0"/>
                <a:cs typeface="Courier New" panose="02070309020205020404" pitchFamily="49" charset="0"/>
              </a:rPr>
              <a:t>Cipher.ENCRYPT_MODE</a:t>
            </a:r>
            <a:r>
              <a:rPr lang="en-GB" sz="2400" i="1" dirty="0">
                <a:latin typeface="Courier New" panose="02070309020205020404" pitchFamily="49" charset="0"/>
                <a:cs typeface="Courier New" panose="02070309020205020404" pitchFamily="49" charset="0"/>
              </a:rPr>
              <a:t>, </a:t>
            </a:r>
            <a:r>
              <a:rPr lang="en-GB" sz="2400" i="1" dirty="0" err="1">
                <a:latin typeface="Courier New" panose="02070309020205020404" pitchFamily="49" charset="0"/>
                <a:cs typeface="Courier New" panose="02070309020205020404" pitchFamily="49" charset="0"/>
              </a:rPr>
              <a:t>receiverPublicKey</a:t>
            </a:r>
            <a:r>
              <a:rPr lang="en-GB" sz="2400" i="1" dirty="0">
                <a:latin typeface="Courier New" panose="02070309020205020404" pitchFamily="49" charset="0"/>
                <a:cs typeface="Courier New" panose="02070309020205020404" pitchFamily="49" charset="0"/>
              </a:rPr>
              <a:t>);</a:t>
            </a:r>
          </a:p>
          <a:p>
            <a:r>
              <a:rPr lang="en-GB" sz="2400" i="1" dirty="0">
                <a:latin typeface="Courier New" panose="02070309020205020404" pitchFamily="49" charset="0"/>
                <a:cs typeface="Courier New" panose="02070309020205020404" pitchFamily="49" charset="0"/>
              </a:rPr>
              <a:t>byte[] </a:t>
            </a:r>
            <a:r>
              <a:rPr lang="en-GB" sz="2400" i="1" dirty="0" err="1">
                <a:latin typeface="Courier New" panose="02070309020205020404" pitchFamily="49" charset="0"/>
                <a:cs typeface="Courier New" panose="02070309020205020404" pitchFamily="49" charset="0"/>
              </a:rPr>
              <a:t>encryptedMessage</a:t>
            </a:r>
            <a:r>
              <a:rPr lang="en-GB" sz="2400" i="1" dirty="0">
                <a:latin typeface="Courier New" panose="02070309020205020404" pitchFamily="49" charset="0"/>
                <a:cs typeface="Courier New" panose="02070309020205020404" pitchFamily="49" charset="0"/>
              </a:rPr>
              <a:t> = </a:t>
            </a:r>
            <a:r>
              <a:rPr lang="en-GB" sz="2400" i="1" dirty="0" err="1">
                <a:latin typeface="Courier New" panose="02070309020205020404" pitchFamily="49" charset="0"/>
                <a:cs typeface="Courier New" panose="02070309020205020404" pitchFamily="49" charset="0"/>
              </a:rPr>
              <a:t>c.doFinal</a:t>
            </a:r>
            <a:r>
              <a:rPr lang="en-GB" sz="2400" i="1" dirty="0">
                <a:latin typeface="Courier New" panose="02070309020205020404" pitchFamily="49" charset="0"/>
                <a:cs typeface="Courier New" panose="02070309020205020404" pitchFamily="49" charset="0"/>
              </a:rPr>
              <a:t>(message);</a:t>
            </a:r>
          </a:p>
          <a:p>
            <a:r>
              <a:rPr lang="en-GB" sz="2400" i="1" dirty="0">
                <a:latin typeface="Courier New" panose="02070309020205020404" pitchFamily="49" charset="0"/>
                <a:cs typeface="Courier New" panose="02070309020205020404" pitchFamily="49" charset="0"/>
              </a:rPr>
              <a:t>// Decryption</a:t>
            </a:r>
          </a:p>
          <a:p>
            <a:r>
              <a:rPr lang="en-GB" sz="2400" i="1" dirty="0" err="1">
                <a:latin typeface="Courier New" panose="02070309020205020404" pitchFamily="49" charset="0"/>
                <a:cs typeface="Courier New" panose="02070309020205020404" pitchFamily="49" charset="0"/>
              </a:rPr>
              <a:t>c.init</a:t>
            </a:r>
            <a:r>
              <a:rPr lang="en-GB" sz="2400" i="1" dirty="0">
                <a:latin typeface="Courier New" panose="02070309020205020404" pitchFamily="49" charset="0"/>
                <a:cs typeface="Courier New" panose="02070309020205020404" pitchFamily="49" charset="0"/>
              </a:rPr>
              <a:t>(</a:t>
            </a:r>
            <a:r>
              <a:rPr lang="en-GB" sz="2400" i="1" dirty="0" err="1">
                <a:latin typeface="Courier New" panose="02070309020205020404" pitchFamily="49" charset="0"/>
                <a:cs typeface="Courier New" panose="02070309020205020404" pitchFamily="49" charset="0"/>
              </a:rPr>
              <a:t>Cipher.DECRYPT_MODE</a:t>
            </a:r>
            <a:r>
              <a:rPr lang="en-GB" sz="2400" i="1" dirty="0">
                <a:latin typeface="Courier New" panose="02070309020205020404" pitchFamily="49" charset="0"/>
                <a:cs typeface="Courier New" panose="02070309020205020404" pitchFamily="49" charset="0"/>
              </a:rPr>
              <a:t>, </a:t>
            </a:r>
            <a:r>
              <a:rPr lang="en-GB" sz="2400" i="1" dirty="0" err="1">
                <a:latin typeface="Courier New" panose="02070309020205020404" pitchFamily="49" charset="0"/>
                <a:cs typeface="Courier New" panose="02070309020205020404" pitchFamily="49" charset="0"/>
              </a:rPr>
              <a:t>myPrivateKey</a:t>
            </a:r>
            <a:r>
              <a:rPr lang="en-GB" sz="2400" i="1" dirty="0">
                <a:latin typeface="Courier New" panose="02070309020205020404" pitchFamily="49" charset="0"/>
                <a:cs typeface="Courier New" panose="02070309020205020404" pitchFamily="49" charset="0"/>
              </a:rPr>
              <a:t>);</a:t>
            </a:r>
          </a:p>
          <a:p>
            <a:r>
              <a:rPr lang="en-GB" sz="2400" i="1" dirty="0">
                <a:latin typeface="Courier New" panose="02070309020205020404" pitchFamily="49" charset="0"/>
                <a:cs typeface="Courier New" panose="02070309020205020404" pitchFamily="49" charset="0"/>
              </a:rPr>
              <a:t>byte[] </a:t>
            </a:r>
            <a:r>
              <a:rPr lang="en-GB" sz="2400" i="1" dirty="0" err="1">
                <a:latin typeface="Courier New" panose="02070309020205020404" pitchFamily="49" charset="0"/>
                <a:cs typeface="Courier New" panose="02070309020205020404" pitchFamily="49" charset="0"/>
              </a:rPr>
              <a:t>decryptedMessage</a:t>
            </a:r>
            <a:r>
              <a:rPr lang="en-GB" sz="2400" i="1" dirty="0">
                <a:latin typeface="Courier New" panose="02070309020205020404" pitchFamily="49" charset="0"/>
                <a:cs typeface="Courier New" panose="02070309020205020404" pitchFamily="49" charset="0"/>
              </a:rPr>
              <a:t> = </a:t>
            </a:r>
            <a:r>
              <a:rPr lang="en-GB" sz="2400" i="1" dirty="0" err="1">
                <a:latin typeface="Courier New" panose="02070309020205020404" pitchFamily="49" charset="0"/>
                <a:cs typeface="Courier New" panose="02070309020205020404" pitchFamily="49" charset="0"/>
              </a:rPr>
              <a:t>c.doFinal</a:t>
            </a:r>
            <a:r>
              <a:rPr lang="en-GB" sz="2400" i="1" dirty="0">
                <a:latin typeface="Courier New" panose="02070309020205020404" pitchFamily="49" charset="0"/>
                <a:cs typeface="Courier New" panose="02070309020205020404" pitchFamily="49" charset="0"/>
              </a:rPr>
              <a:t>(message);</a:t>
            </a:r>
          </a:p>
        </p:txBody>
      </p:sp>
    </p:spTree>
    <p:extLst>
      <p:ext uri="{BB962C8B-B14F-4D97-AF65-F5344CB8AC3E}">
        <p14:creationId xmlns:p14="http://schemas.microsoft.com/office/powerpoint/2010/main" val="4105377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ACFB4-DD57-1128-6E66-DC2AB9D4006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5C2D344-2F4C-1324-F3A7-E6FDE159F3EE}"/>
              </a:ext>
            </a:extLst>
          </p:cNvPr>
          <p:cNvSpPr>
            <a:spLocks noGrp="1"/>
          </p:cNvSpPr>
          <p:nvPr>
            <p:ph type="title"/>
          </p:nvPr>
        </p:nvSpPr>
        <p:spPr/>
        <p:txBody>
          <a:bodyPr/>
          <a:lstStyle/>
          <a:p>
            <a:r>
              <a:rPr lang="en-GB" sz="3800" noProof="0" dirty="0"/>
              <a:t>Signature</a:t>
            </a:r>
          </a:p>
        </p:txBody>
      </p:sp>
      <p:sp>
        <p:nvSpPr>
          <p:cNvPr id="3" name="Segnaposto testo 2">
            <a:extLst>
              <a:ext uri="{FF2B5EF4-FFF2-40B4-BE49-F238E27FC236}">
                <a16:creationId xmlns:a16="http://schemas.microsoft.com/office/drawing/2014/main" id="{EDB112FA-420B-04AA-3EDD-EA27B0FD7750}"/>
              </a:ext>
            </a:extLst>
          </p:cNvPr>
          <p:cNvSpPr>
            <a:spLocks noGrp="1"/>
          </p:cNvSpPr>
          <p:nvPr>
            <p:ph type="body" sz="quarter" idx="11"/>
          </p:nvPr>
        </p:nvSpPr>
        <p:spPr>
          <a:xfrm>
            <a:off x="527051" y="1412875"/>
            <a:ext cx="11233149" cy="3672309"/>
          </a:xfrm>
          <a:solidFill>
            <a:schemeClr val="bg1"/>
          </a:solidFill>
        </p:spPr>
        <p:txBody>
          <a:bodyPr/>
          <a:lstStyle/>
          <a:p>
            <a:pPr marL="342900" indent="-342900">
              <a:buFont typeface="Arial" panose="020B0604020202020204" pitchFamily="34" charset="0"/>
              <a:buChar char="•"/>
            </a:pPr>
            <a:r>
              <a:rPr lang="en-US" sz="2400" dirty="0"/>
              <a:t>The </a:t>
            </a:r>
            <a:r>
              <a:rPr lang="en-US" sz="2400" i="1" dirty="0">
                <a:latin typeface="Courier New" panose="02070309020205020404" pitchFamily="49" charset="0"/>
                <a:cs typeface="Courier New" panose="02070309020205020404" pitchFamily="49" charset="0"/>
              </a:rPr>
              <a:t>Signature</a:t>
            </a:r>
            <a:r>
              <a:rPr lang="en-US" sz="2400" dirty="0"/>
              <a:t> class is an engine class designed to provide the functionality of a cryptographic digital signature algorithm that takes arbitrary-sized input and a private key and generates a relatively short string of bytes, called the </a:t>
            </a:r>
            <a:r>
              <a:rPr lang="en-US" sz="2400" b="1" dirty="0"/>
              <a:t>signature</a:t>
            </a:r>
            <a:r>
              <a:rPr lang="en-US" sz="2400" dirty="0"/>
              <a:t>, with the following properties:</a:t>
            </a:r>
          </a:p>
          <a:p>
            <a:pPr lvl="1"/>
            <a:r>
              <a:rPr lang="en-US" sz="2400" dirty="0"/>
              <a:t>Only the owner of a private/public key pair is able to create a signature. It should be computationally infeasible for anyone having only the public key and a number of signatures to recover the private key.</a:t>
            </a:r>
          </a:p>
          <a:p>
            <a:pPr lvl="1"/>
            <a:r>
              <a:rPr lang="en-US" sz="2400" dirty="0"/>
              <a:t>Given the public key corresponding to the private key used to generate the signature, it should be possible to verify the authenticity and integrity of the input.</a:t>
            </a:r>
            <a:endParaRPr lang="en-GB" sz="2400" dirty="0"/>
          </a:p>
        </p:txBody>
      </p:sp>
      <p:pic>
        <p:nvPicPr>
          <p:cNvPr id="7170" name="Picture 2" descr="Description of Figure 2-7 follows">
            <a:extLst>
              <a:ext uri="{FF2B5EF4-FFF2-40B4-BE49-F238E27FC236}">
                <a16:creationId xmlns:a16="http://schemas.microsoft.com/office/drawing/2014/main" id="{DAF622E1-FCE9-29AD-C420-F6AB937BB8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4675" y="5085184"/>
            <a:ext cx="6057900"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79543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664DA-B204-7B9E-1C30-1A81AE92122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A0339E7-15AC-FCA3-6D06-515C2AFA2924}"/>
              </a:ext>
            </a:extLst>
          </p:cNvPr>
          <p:cNvSpPr>
            <a:spLocks noGrp="1"/>
          </p:cNvSpPr>
          <p:nvPr>
            <p:ph type="title"/>
          </p:nvPr>
        </p:nvSpPr>
        <p:spPr/>
        <p:txBody>
          <a:bodyPr/>
          <a:lstStyle/>
          <a:p>
            <a:r>
              <a:rPr lang="en-GB" sz="3800" noProof="0" dirty="0"/>
              <a:t>Getting a Signature object</a:t>
            </a:r>
          </a:p>
        </p:txBody>
      </p:sp>
      <p:sp>
        <p:nvSpPr>
          <p:cNvPr id="3" name="Segnaposto testo 2">
            <a:extLst>
              <a:ext uri="{FF2B5EF4-FFF2-40B4-BE49-F238E27FC236}">
                <a16:creationId xmlns:a16="http://schemas.microsoft.com/office/drawing/2014/main" id="{69396E59-396C-F359-B3AB-5E7A12FFB665}"/>
              </a:ext>
            </a:extLst>
          </p:cNvPr>
          <p:cNvSpPr>
            <a:spLocks noGrp="1"/>
          </p:cNvSpPr>
          <p:nvPr>
            <p:ph type="body" sz="quarter" idx="11"/>
          </p:nvPr>
        </p:nvSpPr>
        <p:spPr>
          <a:xfrm>
            <a:off x="527051" y="1412875"/>
            <a:ext cx="11233149" cy="1656085"/>
          </a:xfrm>
          <a:solidFill>
            <a:schemeClr val="bg1"/>
          </a:solidFill>
        </p:spPr>
        <p:txBody>
          <a:bodyPr/>
          <a:lstStyle/>
          <a:p>
            <a:pPr marL="342900" indent="-342900">
              <a:buFont typeface="Arial" panose="020B0604020202020204" pitchFamily="34" charset="0"/>
              <a:buChar char="•"/>
            </a:pPr>
            <a:r>
              <a:rPr lang="en-US" sz="2400" dirty="0"/>
              <a:t>We can get a </a:t>
            </a:r>
            <a:r>
              <a:rPr lang="en-US" sz="2400" b="1" dirty="0"/>
              <a:t>Signature</a:t>
            </a:r>
            <a:r>
              <a:rPr lang="en-US" sz="2400" dirty="0"/>
              <a:t> object through the </a:t>
            </a:r>
            <a:r>
              <a:rPr lang="en-US" sz="2400" i="1" dirty="0">
                <a:latin typeface="Courier New" panose="02070309020205020404" pitchFamily="49" charset="0"/>
                <a:cs typeface="Courier New" panose="02070309020205020404" pitchFamily="49" charset="0"/>
              </a:rPr>
              <a:t>getInstance</a:t>
            </a:r>
            <a:r>
              <a:rPr lang="en-US" sz="2400" dirty="0"/>
              <a:t> method:</a:t>
            </a:r>
          </a:p>
          <a:p>
            <a:pPr marL="342900" indent="-342900">
              <a:buFont typeface="Arial" panose="020B0604020202020204" pitchFamily="34" charset="0"/>
              <a:buChar char="•"/>
            </a:pPr>
            <a:endParaRPr lang="en-US" sz="2400" dirty="0"/>
          </a:p>
          <a:p>
            <a:pPr algn="ctr"/>
            <a:r>
              <a:rPr lang="en-GB" sz="2400" dirty="0">
                <a:highlight>
                  <a:srgbClr val="C0C0C0"/>
                </a:highlight>
                <a:latin typeface="Courier New" panose="02070309020205020404" pitchFamily="49" charset="0"/>
              </a:rPr>
              <a:t>public static Signature getInstance(String algorithm);</a:t>
            </a:r>
          </a:p>
          <a:p>
            <a:pPr marL="342900" indent="-342900">
              <a:buFont typeface="Arial" panose="020B0604020202020204" pitchFamily="34" charset="0"/>
              <a:buChar char="•"/>
            </a:pPr>
            <a:endParaRPr lang="en-US" sz="2400" dirty="0"/>
          </a:p>
        </p:txBody>
      </p:sp>
      <p:sp>
        <p:nvSpPr>
          <p:cNvPr id="4" name="CasellaDiTesto 3">
            <a:extLst>
              <a:ext uri="{FF2B5EF4-FFF2-40B4-BE49-F238E27FC236}">
                <a16:creationId xmlns:a16="http://schemas.microsoft.com/office/drawing/2014/main" id="{8B2145C3-855F-D576-31CE-5B535DD1B73F}"/>
              </a:ext>
            </a:extLst>
          </p:cNvPr>
          <p:cNvSpPr txBox="1"/>
          <p:nvPr/>
        </p:nvSpPr>
        <p:spPr>
          <a:xfrm>
            <a:off x="4295800" y="3055643"/>
            <a:ext cx="3600400" cy="400110"/>
          </a:xfrm>
          <a:prstGeom prst="rect">
            <a:avLst/>
          </a:prstGeom>
          <a:noFill/>
        </p:spPr>
        <p:txBody>
          <a:bodyPr wrap="square" rtlCol="0">
            <a:spAutoFit/>
          </a:bodyPr>
          <a:lstStyle/>
          <a:p>
            <a:pPr algn="ctr"/>
            <a:r>
              <a:rPr lang="it-IT" sz="2000" b="1" u="sng" dirty="0" err="1"/>
              <a:t>Possible</a:t>
            </a:r>
            <a:r>
              <a:rPr lang="it-IT" sz="2000" b="1" u="sng" dirty="0"/>
              <a:t> </a:t>
            </a:r>
            <a:r>
              <a:rPr lang="it-IT" sz="2000" b="1" u="sng" dirty="0" err="1"/>
              <a:t>algorithms</a:t>
            </a:r>
            <a:r>
              <a:rPr lang="it-IT" sz="2000" b="1" u="sng" dirty="0"/>
              <a:t>:</a:t>
            </a:r>
          </a:p>
        </p:txBody>
      </p:sp>
      <p:pic>
        <p:nvPicPr>
          <p:cNvPr id="8" name="Immagine 7">
            <a:extLst>
              <a:ext uri="{FF2B5EF4-FFF2-40B4-BE49-F238E27FC236}">
                <a16:creationId xmlns:a16="http://schemas.microsoft.com/office/drawing/2014/main" id="{F1252BAD-09DE-AFEB-C7A4-4EC7E1A5E0BE}"/>
              </a:ext>
            </a:extLst>
          </p:cNvPr>
          <p:cNvPicPr>
            <a:picLocks noChangeAspect="1"/>
          </p:cNvPicPr>
          <p:nvPr/>
        </p:nvPicPr>
        <p:blipFill>
          <a:blip r:embed="rId2"/>
          <a:stretch>
            <a:fillRect/>
          </a:stretch>
        </p:blipFill>
        <p:spPr>
          <a:xfrm>
            <a:off x="3471482" y="3455753"/>
            <a:ext cx="1648635" cy="3323720"/>
          </a:xfrm>
          <a:prstGeom prst="rect">
            <a:avLst/>
          </a:prstGeom>
        </p:spPr>
      </p:pic>
      <p:pic>
        <p:nvPicPr>
          <p:cNvPr id="10" name="Immagine 9">
            <a:extLst>
              <a:ext uri="{FF2B5EF4-FFF2-40B4-BE49-F238E27FC236}">
                <a16:creationId xmlns:a16="http://schemas.microsoft.com/office/drawing/2014/main" id="{63FAF02F-65DE-EBF5-497A-EDA8F44634B0}"/>
              </a:ext>
            </a:extLst>
          </p:cNvPr>
          <p:cNvPicPr>
            <a:picLocks noChangeAspect="1"/>
          </p:cNvPicPr>
          <p:nvPr/>
        </p:nvPicPr>
        <p:blipFill>
          <a:blip r:embed="rId3"/>
          <a:stretch>
            <a:fillRect/>
          </a:stretch>
        </p:blipFill>
        <p:spPr>
          <a:xfrm>
            <a:off x="6907179" y="3601452"/>
            <a:ext cx="1978041" cy="3177491"/>
          </a:xfrm>
          <a:prstGeom prst="rect">
            <a:avLst/>
          </a:prstGeom>
        </p:spPr>
      </p:pic>
    </p:spTree>
    <p:extLst>
      <p:ext uri="{BB962C8B-B14F-4D97-AF65-F5344CB8AC3E}">
        <p14:creationId xmlns:p14="http://schemas.microsoft.com/office/powerpoint/2010/main" val="8190353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573278BD-6293-2953-534E-498676FF2425}"/>
              </a:ext>
            </a:extLst>
          </p:cNvPr>
          <p:cNvSpPr>
            <a:spLocks noGrp="1"/>
          </p:cNvSpPr>
          <p:nvPr>
            <p:ph type="body" sz="quarter" idx="11"/>
          </p:nvPr>
        </p:nvSpPr>
        <p:spPr/>
        <p:txBody>
          <a:bodyPr/>
          <a:lstStyle/>
          <a:p>
            <a:pPr marL="342900" indent="-342900">
              <a:buFont typeface="Arial" panose="020B0604020202020204" pitchFamily="34" charset="0"/>
              <a:buChar char="•"/>
            </a:pPr>
            <a:r>
              <a:rPr lang="en-US" sz="2400" dirty="0"/>
              <a:t>Java's provider implementation only offers appendix signing mode.</a:t>
            </a:r>
          </a:p>
          <a:p>
            <a:pPr marL="342900" indent="-342900">
              <a:buFont typeface="Arial" panose="020B0604020202020204" pitchFamily="34" charset="0"/>
              <a:buChar char="•"/>
            </a:pPr>
            <a:r>
              <a:rPr lang="en-US" sz="2400" dirty="0"/>
              <a:t>You need to install other providers (e.g. </a:t>
            </a:r>
            <a:r>
              <a:rPr lang="en-US" sz="2400" dirty="0" err="1"/>
              <a:t>BouncyCastle</a:t>
            </a:r>
            <a:r>
              <a:rPr lang="en-US" sz="2400" dirty="0"/>
              <a:t>) to have message recovery signing.</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it-IT" sz="2400" dirty="0"/>
              <a:t>RSASSA-PSS is the </a:t>
            </a:r>
            <a:r>
              <a:rPr lang="it-IT" sz="2400" dirty="0" err="1"/>
              <a:t>most</a:t>
            </a:r>
            <a:r>
              <a:rPr lang="it-IT" sz="2400" dirty="0"/>
              <a:t> secure </a:t>
            </a:r>
            <a:r>
              <a:rPr lang="it-IT" sz="2400" dirty="0" err="1"/>
              <a:t>implementation</a:t>
            </a:r>
            <a:r>
              <a:rPr lang="it-IT" sz="2400" dirty="0"/>
              <a:t> of the </a:t>
            </a:r>
            <a:r>
              <a:rPr lang="it-IT" sz="2400" dirty="0" err="1"/>
              <a:t>algorithm</a:t>
            </a:r>
            <a:r>
              <a:rPr lang="it-IT" sz="2400" dirty="0"/>
              <a:t>.</a:t>
            </a:r>
          </a:p>
          <a:p>
            <a:pPr algn="ctr"/>
            <a:r>
              <a:rPr lang="it-IT" sz="2400" dirty="0">
                <a:highlight>
                  <a:srgbClr val="C0C0C0"/>
                </a:highlight>
                <a:latin typeface="Courier New" panose="02070309020205020404" pitchFamily="49" charset="0"/>
              </a:rPr>
              <a:t>public </a:t>
            </a:r>
            <a:r>
              <a:rPr lang="it-IT" sz="2400" dirty="0" err="1">
                <a:highlight>
                  <a:srgbClr val="C0C0C0"/>
                </a:highlight>
                <a:latin typeface="Courier New" panose="02070309020205020404" pitchFamily="49" charset="0"/>
              </a:rPr>
              <a:t>final</a:t>
            </a:r>
            <a:r>
              <a:rPr lang="it-IT" sz="2400" dirty="0">
                <a:highlight>
                  <a:srgbClr val="C0C0C0"/>
                </a:highlight>
                <a:latin typeface="Courier New" panose="02070309020205020404" pitchFamily="49" charset="0"/>
              </a:rPr>
              <a:t> </a:t>
            </a:r>
            <a:r>
              <a:rPr lang="it-IT" sz="2400" dirty="0" err="1">
                <a:highlight>
                  <a:srgbClr val="C0C0C0"/>
                </a:highlight>
                <a:latin typeface="Courier New" panose="02070309020205020404" pitchFamily="49" charset="0"/>
              </a:rPr>
              <a:t>void</a:t>
            </a:r>
            <a:r>
              <a:rPr lang="it-IT" sz="2400" dirty="0">
                <a:highlight>
                  <a:srgbClr val="C0C0C0"/>
                </a:highlight>
                <a:latin typeface="Courier New" panose="02070309020205020404" pitchFamily="49" charset="0"/>
              </a:rPr>
              <a:t> </a:t>
            </a:r>
            <a:r>
              <a:rPr lang="it-IT" sz="2400" dirty="0" err="1">
                <a:highlight>
                  <a:srgbClr val="C0C0C0"/>
                </a:highlight>
                <a:latin typeface="Courier New" panose="02070309020205020404" pitchFamily="49" charset="0"/>
              </a:rPr>
              <a:t>setParameter</a:t>
            </a:r>
            <a:r>
              <a:rPr lang="it-IT" sz="2400" dirty="0">
                <a:highlight>
                  <a:srgbClr val="C0C0C0"/>
                </a:highlight>
                <a:latin typeface="Courier New" panose="02070309020205020404" pitchFamily="49" charset="0"/>
              </a:rPr>
              <a:t>(</a:t>
            </a:r>
            <a:r>
              <a:rPr lang="it-IT" sz="2400" dirty="0" err="1">
                <a:highlight>
                  <a:srgbClr val="C0C0C0"/>
                </a:highlight>
                <a:latin typeface="Courier New" panose="02070309020205020404" pitchFamily="49" charset="0"/>
              </a:rPr>
              <a:t>AlgorithmParameterSpec</a:t>
            </a:r>
            <a:r>
              <a:rPr lang="it-IT" sz="2400" dirty="0">
                <a:highlight>
                  <a:srgbClr val="C0C0C0"/>
                </a:highlight>
                <a:latin typeface="Courier New" panose="02070309020205020404" pitchFamily="49" charset="0"/>
              </a:rPr>
              <a:t> </a:t>
            </a:r>
            <a:r>
              <a:rPr lang="it-IT" sz="2400" dirty="0" err="1">
                <a:highlight>
                  <a:srgbClr val="C0C0C0"/>
                </a:highlight>
                <a:latin typeface="Courier New" panose="02070309020205020404" pitchFamily="49" charset="0"/>
              </a:rPr>
              <a:t>params</a:t>
            </a:r>
            <a:r>
              <a:rPr lang="it-IT" sz="2400" dirty="0">
                <a:highlight>
                  <a:srgbClr val="C0C0C0"/>
                </a:highlight>
                <a:latin typeface="Courier New" panose="02070309020205020404" pitchFamily="49" charset="0"/>
              </a:rPr>
              <a:t>)</a:t>
            </a:r>
          </a:p>
          <a:p>
            <a:pPr algn="ctr"/>
            <a:endParaRPr lang="it-IT" sz="2400" dirty="0">
              <a:highlight>
                <a:srgbClr val="C0C0C0"/>
              </a:highlight>
              <a:latin typeface="Courier New" panose="02070309020205020404" pitchFamily="49" charset="0"/>
            </a:endParaRPr>
          </a:p>
          <a:p>
            <a:pPr algn="ctr"/>
            <a:r>
              <a:rPr lang="it-IT" sz="2400" i="1" dirty="0">
                <a:latin typeface="Courier New" panose="02070309020205020404" pitchFamily="49" charset="0"/>
                <a:cs typeface="Courier New" panose="02070309020205020404" pitchFamily="49" charset="0"/>
              </a:rPr>
              <a:t>Signature </a:t>
            </a:r>
            <a:r>
              <a:rPr lang="it-IT" sz="2400" i="1" dirty="0" err="1">
                <a:latin typeface="Courier New" panose="02070309020205020404" pitchFamily="49" charset="0"/>
                <a:cs typeface="Courier New" panose="02070309020205020404" pitchFamily="49" charset="0"/>
              </a:rPr>
              <a:t>sigSign</a:t>
            </a:r>
            <a:r>
              <a:rPr lang="it-IT" sz="2400" i="1" dirty="0">
                <a:latin typeface="Courier New" panose="02070309020205020404" pitchFamily="49" charset="0"/>
                <a:cs typeface="Courier New" panose="02070309020205020404" pitchFamily="49" charset="0"/>
              </a:rPr>
              <a:t> = Signature.getInstance("RSASSA-PSS");</a:t>
            </a:r>
          </a:p>
          <a:p>
            <a:pPr algn="ctr"/>
            <a:r>
              <a:rPr lang="it-IT" sz="2400" i="1" dirty="0" err="1">
                <a:latin typeface="Courier New" panose="02070309020205020404" pitchFamily="49" charset="0"/>
                <a:cs typeface="Courier New" panose="02070309020205020404" pitchFamily="49" charset="0"/>
              </a:rPr>
              <a:t>sigSign.setParameter</a:t>
            </a:r>
            <a:r>
              <a:rPr lang="it-IT" sz="2400" i="1" dirty="0">
                <a:latin typeface="Courier New" panose="02070309020205020404" pitchFamily="49" charset="0"/>
                <a:cs typeface="Courier New" panose="02070309020205020404" pitchFamily="49" charset="0"/>
              </a:rPr>
              <a:t>(new </a:t>
            </a:r>
            <a:r>
              <a:rPr lang="it-IT" sz="2400" i="1" dirty="0" err="1">
                <a:latin typeface="Courier New" panose="02070309020205020404" pitchFamily="49" charset="0"/>
                <a:cs typeface="Courier New" panose="02070309020205020404" pitchFamily="49" charset="0"/>
              </a:rPr>
              <a:t>PSSParameterSpec</a:t>
            </a:r>
            <a:r>
              <a:rPr lang="it-IT" sz="2400" i="1" dirty="0">
                <a:latin typeface="Courier New" panose="02070309020205020404" pitchFamily="49" charset="0"/>
                <a:cs typeface="Courier New" panose="02070309020205020404" pitchFamily="49" charset="0"/>
              </a:rPr>
              <a:t>("SHA-256", "MGF1", MGF1ParameterSpec.SHA256, 32, </a:t>
            </a:r>
            <a:r>
              <a:rPr lang="it-IT" sz="2400" i="1" dirty="0" err="1">
                <a:latin typeface="Courier New" panose="02070309020205020404" pitchFamily="49" charset="0"/>
                <a:cs typeface="Courier New" panose="02070309020205020404" pitchFamily="49" charset="0"/>
              </a:rPr>
              <a:t>PSSParameterSpec.TRAILER_FIELD_BC</a:t>
            </a:r>
            <a:r>
              <a:rPr lang="it-IT" sz="2400" i="1" dirty="0">
                <a:latin typeface="Courier New" panose="02070309020205020404" pitchFamily="49" charset="0"/>
                <a:cs typeface="Courier New" panose="02070309020205020404" pitchFamily="49" charset="0"/>
              </a:rPr>
              <a:t>));</a:t>
            </a:r>
          </a:p>
        </p:txBody>
      </p:sp>
      <p:sp>
        <p:nvSpPr>
          <p:cNvPr id="4" name="Titolo 1">
            <a:extLst>
              <a:ext uri="{FF2B5EF4-FFF2-40B4-BE49-F238E27FC236}">
                <a16:creationId xmlns:a16="http://schemas.microsoft.com/office/drawing/2014/main" id="{5DFC0787-AEBF-51C0-C9F6-54CB3B926C1A}"/>
              </a:ext>
            </a:extLst>
          </p:cNvPr>
          <p:cNvSpPr>
            <a:spLocks noGrp="1"/>
          </p:cNvSpPr>
          <p:nvPr>
            <p:ph type="title"/>
          </p:nvPr>
        </p:nvSpPr>
        <p:spPr>
          <a:xfrm>
            <a:off x="527051" y="380269"/>
            <a:ext cx="8424862" cy="792088"/>
          </a:xfrm>
        </p:spPr>
        <p:txBody>
          <a:bodyPr/>
          <a:lstStyle/>
          <a:p>
            <a:r>
              <a:rPr lang="en-GB" sz="3800" noProof="0" dirty="0"/>
              <a:t>Choosing the right algorithm for RSA</a:t>
            </a:r>
          </a:p>
        </p:txBody>
      </p:sp>
    </p:spTree>
    <p:extLst>
      <p:ext uri="{BB962C8B-B14F-4D97-AF65-F5344CB8AC3E}">
        <p14:creationId xmlns:p14="http://schemas.microsoft.com/office/powerpoint/2010/main" val="24535646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F9D46-2203-F408-AF78-0AE357C6E1A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48C90F9-0533-06D4-BA0D-0DA007F4A729}"/>
              </a:ext>
            </a:extLst>
          </p:cNvPr>
          <p:cNvSpPr>
            <a:spLocks noGrp="1"/>
          </p:cNvSpPr>
          <p:nvPr>
            <p:ph type="title"/>
          </p:nvPr>
        </p:nvSpPr>
        <p:spPr/>
        <p:txBody>
          <a:bodyPr/>
          <a:lstStyle/>
          <a:p>
            <a:r>
              <a:rPr lang="en-GB" sz="3800" noProof="0" dirty="0"/>
              <a:t>Initializing a Signature object</a:t>
            </a:r>
          </a:p>
        </p:txBody>
      </p:sp>
      <p:sp>
        <p:nvSpPr>
          <p:cNvPr id="3" name="Segnaposto testo 2">
            <a:extLst>
              <a:ext uri="{FF2B5EF4-FFF2-40B4-BE49-F238E27FC236}">
                <a16:creationId xmlns:a16="http://schemas.microsoft.com/office/drawing/2014/main" id="{83DEE815-39FA-D6D1-4535-A67D3B83B800}"/>
              </a:ext>
            </a:extLst>
          </p:cNvPr>
          <p:cNvSpPr>
            <a:spLocks noGrp="1"/>
          </p:cNvSpPr>
          <p:nvPr>
            <p:ph type="body" sz="quarter" idx="11"/>
          </p:nvPr>
        </p:nvSpPr>
        <p:spPr>
          <a:xfrm>
            <a:off x="527051" y="1412875"/>
            <a:ext cx="11233149" cy="3528293"/>
          </a:xfrm>
          <a:solidFill>
            <a:schemeClr val="bg1"/>
          </a:solidFill>
        </p:spPr>
        <p:txBody>
          <a:bodyPr/>
          <a:lstStyle/>
          <a:p>
            <a:r>
              <a:rPr lang="en-US" sz="2400" dirty="0"/>
              <a:t>A </a:t>
            </a:r>
            <a:r>
              <a:rPr lang="en-US" sz="2400" i="1" dirty="0">
                <a:latin typeface="Courier New" panose="02070309020205020404" pitchFamily="49" charset="0"/>
                <a:cs typeface="Courier New" panose="02070309020205020404" pitchFamily="49" charset="0"/>
              </a:rPr>
              <a:t>Signature</a:t>
            </a:r>
            <a:r>
              <a:rPr lang="en-US" sz="2400" dirty="0"/>
              <a:t> object must be initialized before it is used. The initialization method depends on whether the object is going to be used for signing or for verification.</a:t>
            </a:r>
          </a:p>
          <a:p>
            <a:endParaRPr lang="en-US" sz="2400" dirty="0"/>
          </a:p>
          <a:p>
            <a:r>
              <a:rPr lang="en-US" sz="2400" dirty="0"/>
              <a:t>If it is going to be used for </a:t>
            </a:r>
            <a:r>
              <a:rPr lang="en-US" sz="2400" b="1" u="sng" dirty="0"/>
              <a:t>signing</a:t>
            </a:r>
            <a:r>
              <a:rPr lang="en-US" sz="2400" dirty="0"/>
              <a:t>, the object must first be initialized with the private key of the entity whose signature is going to be generated.</a:t>
            </a:r>
          </a:p>
          <a:p>
            <a:r>
              <a:rPr lang="en-US" sz="2400" dirty="0">
                <a:highlight>
                  <a:srgbClr val="C0C0C0"/>
                </a:highlight>
                <a:latin typeface="Courier New" panose="02070309020205020404" pitchFamily="49" charset="0"/>
              </a:rPr>
              <a:t>final void </a:t>
            </a:r>
            <a:r>
              <a:rPr lang="en-US" sz="2400" dirty="0" err="1">
                <a:highlight>
                  <a:srgbClr val="C0C0C0"/>
                </a:highlight>
                <a:latin typeface="Courier New" panose="02070309020205020404" pitchFamily="49" charset="0"/>
              </a:rPr>
              <a:t>initSign</a:t>
            </a:r>
            <a:r>
              <a:rPr lang="en-US" sz="2400" dirty="0">
                <a:highlight>
                  <a:srgbClr val="C0C0C0"/>
                </a:highlight>
                <a:latin typeface="Courier New" panose="02070309020205020404" pitchFamily="49" charset="0"/>
              </a:rPr>
              <a:t>(</a:t>
            </a:r>
            <a:r>
              <a:rPr lang="en-US" sz="2400" dirty="0" err="1">
                <a:highlight>
                  <a:srgbClr val="C0C0C0"/>
                </a:highlight>
                <a:latin typeface="Courier New" panose="02070309020205020404" pitchFamily="49" charset="0"/>
              </a:rPr>
              <a:t>PrivateKey</a:t>
            </a:r>
            <a:r>
              <a:rPr lang="en-US" sz="2400" dirty="0">
                <a:highlight>
                  <a:srgbClr val="C0C0C0"/>
                </a:highlight>
                <a:latin typeface="Courier New" panose="02070309020205020404" pitchFamily="49" charset="0"/>
              </a:rPr>
              <a:t> </a:t>
            </a:r>
            <a:r>
              <a:rPr lang="en-US" sz="2400" dirty="0" err="1">
                <a:highlight>
                  <a:srgbClr val="C0C0C0"/>
                </a:highlight>
                <a:latin typeface="Courier New" panose="02070309020205020404" pitchFamily="49" charset="0"/>
              </a:rPr>
              <a:t>privateKey</a:t>
            </a:r>
            <a:r>
              <a:rPr lang="en-US" sz="2400" dirty="0">
                <a:highlight>
                  <a:srgbClr val="C0C0C0"/>
                </a:highlight>
                <a:latin typeface="Courier New" panose="02070309020205020404" pitchFamily="49" charset="0"/>
              </a:rPr>
              <a:t>)</a:t>
            </a:r>
          </a:p>
          <a:p>
            <a:endParaRPr lang="en-US" sz="2400" dirty="0"/>
          </a:p>
          <a:p>
            <a:r>
              <a:rPr lang="en-US" sz="2400" dirty="0"/>
              <a:t>If instead the Signature object is going to be used for </a:t>
            </a:r>
            <a:r>
              <a:rPr lang="en-US" sz="2400" b="1" u="sng" dirty="0"/>
              <a:t>verification</a:t>
            </a:r>
            <a:r>
              <a:rPr lang="en-US" sz="2400" dirty="0"/>
              <a:t>, it must first be initialized with the public key of the entity whose signature is going to be verified.</a:t>
            </a:r>
          </a:p>
          <a:p>
            <a:r>
              <a:rPr lang="en-US" sz="2400" dirty="0">
                <a:highlight>
                  <a:srgbClr val="C0C0C0"/>
                </a:highlight>
                <a:latin typeface="Courier New" panose="02070309020205020404" pitchFamily="49" charset="0"/>
              </a:rPr>
              <a:t>final void </a:t>
            </a:r>
            <a:r>
              <a:rPr lang="en-US" sz="2400" dirty="0" err="1">
                <a:highlight>
                  <a:srgbClr val="C0C0C0"/>
                </a:highlight>
                <a:latin typeface="Courier New" panose="02070309020205020404" pitchFamily="49" charset="0"/>
              </a:rPr>
              <a:t>initVerify</a:t>
            </a:r>
            <a:r>
              <a:rPr lang="en-US" sz="2400" dirty="0">
                <a:highlight>
                  <a:srgbClr val="C0C0C0"/>
                </a:highlight>
                <a:latin typeface="Courier New" panose="02070309020205020404" pitchFamily="49" charset="0"/>
              </a:rPr>
              <a:t>(</a:t>
            </a:r>
            <a:r>
              <a:rPr lang="en-US" sz="2400" dirty="0" err="1">
                <a:highlight>
                  <a:srgbClr val="C0C0C0"/>
                </a:highlight>
                <a:latin typeface="Courier New" panose="02070309020205020404" pitchFamily="49" charset="0"/>
              </a:rPr>
              <a:t>PublicKey</a:t>
            </a:r>
            <a:r>
              <a:rPr lang="en-US" sz="2400" dirty="0">
                <a:highlight>
                  <a:srgbClr val="C0C0C0"/>
                </a:highlight>
                <a:latin typeface="Courier New" panose="02070309020205020404" pitchFamily="49" charset="0"/>
              </a:rPr>
              <a:t> </a:t>
            </a:r>
            <a:r>
              <a:rPr lang="en-US" sz="2400" dirty="0" err="1">
                <a:highlight>
                  <a:srgbClr val="C0C0C0"/>
                </a:highlight>
                <a:latin typeface="Courier New" panose="02070309020205020404" pitchFamily="49" charset="0"/>
              </a:rPr>
              <a:t>publicKey</a:t>
            </a:r>
            <a:r>
              <a:rPr lang="en-US" sz="2400" dirty="0">
                <a:highlight>
                  <a:srgbClr val="C0C0C0"/>
                </a:highlight>
                <a:latin typeface="Courier New" panose="02070309020205020404" pitchFamily="49" charset="0"/>
              </a:rPr>
              <a:t>)</a:t>
            </a:r>
            <a:endParaRPr lang="en-US" sz="2400" dirty="0"/>
          </a:p>
          <a:p>
            <a:r>
              <a:rPr lang="en-US" sz="2400" dirty="0">
                <a:highlight>
                  <a:srgbClr val="C0C0C0"/>
                </a:highlight>
                <a:latin typeface="Courier New" panose="02070309020205020404" pitchFamily="49" charset="0"/>
              </a:rPr>
              <a:t>final void </a:t>
            </a:r>
            <a:r>
              <a:rPr lang="en-US" sz="2400" dirty="0" err="1">
                <a:highlight>
                  <a:srgbClr val="C0C0C0"/>
                </a:highlight>
                <a:latin typeface="Courier New" panose="02070309020205020404" pitchFamily="49" charset="0"/>
              </a:rPr>
              <a:t>initVerify</a:t>
            </a:r>
            <a:r>
              <a:rPr lang="en-US" sz="2400" dirty="0">
                <a:highlight>
                  <a:srgbClr val="C0C0C0"/>
                </a:highlight>
                <a:latin typeface="Courier New" panose="02070309020205020404" pitchFamily="49" charset="0"/>
              </a:rPr>
              <a:t>(Certificate certificate)</a:t>
            </a:r>
          </a:p>
          <a:p>
            <a:endParaRPr lang="en-US" sz="2400" dirty="0"/>
          </a:p>
          <a:p>
            <a:endParaRPr lang="en-US" sz="2400" dirty="0"/>
          </a:p>
          <a:p>
            <a:endParaRPr lang="en-US" sz="2400" dirty="0"/>
          </a:p>
        </p:txBody>
      </p:sp>
    </p:spTree>
    <p:extLst>
      <p:ext uri="{BB962C8B-B14F-4D97-AF65-F5344CB8AC3E}">
        <p14:creationId xmlns:p14="http://schemas.microsoft.com/office/powerpoint/2010/main" val="1030989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9E2A8-0F96-9E10-36FC-C6A24106B60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AFC1F06-8214-4CE1-AEA9-6CB086797B5C}"/>
              </a:ext>
            </a:extLst>
          </p:cNvPr>
          <p:cNvSpPr>
            <a:spLocks noGrp="1"/>
          </p:cNvSpPr>
          <p:nvPr>
            <p:ph type="title"/>
          </p:nvPr>
        </p:nvSpPr>
        <p:spPr/>
        <p:txBody>
          <a:bodyPr/>
          <a:lstStyle/>
          <a:p>
            <a:r>
              <a:rPr lang="en-GB" sz="3800" noProof="0" dirty="0"/>
              <a:t>Using a Signature object</a:t>
            </a:r>
          </a:p>
        </p:txBody>
      </p:sp>
      <p:sp>
        <p:nvSpPr>
          <p:cNvPr id="3" name="Segnaposto testo 2">
            <a:extLst>
              <a:ext uri="{FF2B5EF4-FFF2-40B4-BE49-F238E27FC236}">
                <a16:creationId xmlns:a16="http://schemas.microsoft.com/office/drawing/2014/main" id="{6789443B-D451-A88C-E59F-5CEFA24AE7E8}"/>
              </a:ext>
            </a:extLst>
          </p:cNvPr>
          <p:cNvSpPr>
            <a:spLocks noGrp="1"/>
          </p:cNvSpPr>
          <p:nvPr>
            <p:ph type="body" sz="quarter" idx="11"/>
          </p:nvPr>
        </p:nvSpPr>
        <p:spPr>
          <a:xfrm>
            <a:off x="527051" y="1412776"/>
            <a:ext cx="11233149" cy="3528293"/>
          </a:xfrm>
          <a:solidFill>
            <a:schemeClr val="bg1"/>
          </a:solidFill>
        </p:spPr>
        <p:txBody>
          <a:bodyPr/>
          <a:lstStyle/>
          <a:p>
            <a:pPr marL="342900" indent="-342900">
              <a:buFont typeface="Arial" panose="020B0604020202020204" pitchFamily="34" charset="0"/>
              <a:buChar char="•"/>
            </a:pPr>
            <a:r>
              <a:rPr lang="en-US" sz="2400" dirty="0"/>
              <a:t>Like other classes, to use the </a:t>
            </a:r>
            <a:r>
              <a:rPr lang="en-US" sz="2400" i="1" dirty="0">
                <a:latin typeface="Courier New" panose="02070309020205020404" pitchFamily="49" charset="0"/>
                <a:cs typeface="Courier New" panose="02070309020205020404" pitchFamily="49" charset="0"/>
              </a:rPr>
              <a:t>Signature</a:t>
            </a:r>
            <a:r>
              <a:rPr lang="en-US" sz="2400" dirty="0"/>
              <a:t> object we must first fill an input array with the </a:t>
            </a:r>
            <a:r>
              <a:rPr lang="en-US" sz="2400" i="1" dirty="0">
                <a:latin typeface="Courier New" panose="02070309020205020404" pitchFamily="49" charset="0"/>
                <a:cs typeface="Courier New" panose="02070309020205020404" pitchFamily="49" charset="0"/>
              </a:rPr>
              <a:t>update</a:t>
            </a:r>
            <a:r>
              <a:rPr lang="en-US" sz="2400" dirty="0"/>
              <a:t> method:</a:t>
            </a:r>
          </a:p>
          <a:p>
            <a:pPr marL="342900" indent="-342900">
              <a:buFont typeface="Arial" panose="020B0604020202020204" pitchFamily="34" charset="0"/>
              <a:buChar char="•"/>
            </a:pPr>
            <a:endParaRPr lang="en-US" sz="2400" dirty="0"/>
          </a:p>
          <a:p>
            <a:pPr algn="ctr"/>
            <a:r>
              <a:rPr lang="en-US" sz="2400" dirty="0">
                <a:highlight>
                  <a:srgbClr val="C0C0C0"/>
                </a:highlight>
                <a:latin typeface="Courier New" panose="02070309020205020404" pitchFamily="49" charset="0"/>
              </a:rPr>
              <a:t>final void update(byte[] data)</a:t>
            </a:r>
          </a:p>
          <a:p>
            <a:pPr algn="ctr"/>
            <a:endParaRPr lang="en-US" sz="2400" dirty="0">
              <a:highlight>
                <a:srgbClr val="C0C0C0"/>
              </a:highlight>
              <a:latin typeface="Courier New" panose="02070309020205020404" pitchFamily="49" charset="0"/>
            </a:endParaRPr>
          </a:p>
          <a:p>
            <a:pPr marL="342900" indent="-342900">
              <a:buFont typeface="Arial" panose="020B0604020202020204" pitchFamily="34" charset="0"/>
              <a:buChar char="•"/>
            </a:pPr>
            <a:r>
              <a:rPr lang="en-US" sz="2400" dirty="0"/>
              <a:t>Then, we can sign/verify using the ad-hoc methods:</a:t>
            </a:r>
          </a:p>
          <a:p>
            <a:pPr marL="342900" indent="-342900">
              <a:buFont typeface="Arial" panose="020B0604020202020204" pitchFamily="34" charset="0"/>
              <a:buChar char="•"/>
            </a:pPr>
            <a:endParaRPr lang="en-US" sz="2400" dirty="0"/>
          </a:p>
          <a:p>
            <a:pPr algn="ctr"/>
            <a:r>
              <a:rPr lang="en-US" sz="2400" dirty="0">
                <a:highlight>
                  <a:srgbClr val="C0C0C0"/>
                </a:highlight>
                <a:latin typeface="Courier New" panose="02070309020205020404" pitchFamily="49" charset="0"/>
              </a:rPr>
              <a:t>final byte[] sign()</a:t>
            </a:r>
          </a:p>
          <a:p>
            <a:pPr algn="ctr"/>
            <a:r>
              <a:rPr lang="en-US" sz="2400" dirty="0">
                <a:highlight>
                  <a:srgbClr val="C0C0C0"/>
                </a:highlight>
                <a:latin typeface="Courier New" panose="02070309020205020404" pitchFamily="49" charset="0"/>
              </a:rPr>
              <a:t>final </a:t>
            </a:r>
            <a:r>
              <a:rPr lang="en-US" sz="2400" dirty="0" err="1">
                <a:highlight>
                  <a:srgbClr val="C0C0C0"/>
                </a:highlight>
                <a:latin typeface="Courier New" panose="02070309020205020404" pitchFamily="49" charset="0"/>
              </a:rPr>
              <a:t>boolean</a:t>
            </a:r>
            <a:r>
              <a:rPr lang="en-US" sz="2400" dirty="0">
                <a:highlight>
                  <a:srgbClr val="C0C0C0"/>
                </a:highlight>
                <a:latin typeface="Courier New" panose="02070309020205020404" pitchFamily="49" charset="0"/>
              </a:rPr>
              <a:t> verify(byte[] signature)</a:t>
            </a:r>
          </a:p>
        </p:txBody>
      </p:sp>
    </p:spTree>
    <p:extLst>
      <p:ext uri="{BB962C8B-B14F-4D97-AF65-F5344CB8AC3E}">
        <p14:creationId xmlns:p14="http://schemas.microsoft.com/office/powerpoint/2010/main" val="2478001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9A2D96-8D07-D82F-DAC7-02E9F9E5540C}"/>
              </a:ext>
            </a:extLst>
          </p:cNvPr>
          <p:cNvSpPr>
            <a:spLocks noGrp="1"/>
          </p:cNvSpPr>
          <p:nvPr>
            <p:ph type="title"/>
          </p:nvPr>
        </p:nvSpPr>
        <p:spPr>
          <a:xfrm>
            <a:off x="527051" y="188640"/>
            <a:ext cx="8424862" cy="792088"/>
          </a:xfrm>
        </p:spPr>
        <p:txBody>
          <a:bodyPr/>
          <a:lstStyle/>
          <a:p>
            <a:r>
              <a:rPr lang="en-GB" sz="3800" noProof="0" dirty="0"/>
              <a:t>RSA Example</a:t>
            </a:r>
          </a:p>
        </p:txBody>
      </p:sp>
      <p:pic>
        <p:nvPicPr>
          <p:cNvPr id="10" name="Immagine 9">
            <a:extLst>
              <a:ext uri="{FF2B5EF4-FFF2-40B4-BE49-F238E27FC236}">
                <a16:creationId xmlns:a16="http://schemas.microsoft.com/office/drawing/2014/main" id="{F6C57041-2AA9-B877-0C00-D4B5188C8697}"/>
              </a:ext>
            </a:extLst>
          </p:cNvPr>
          <p:cNvPicPr>
            <a:picLocks noChangeAspect="1"/>
          </p:cNvPicPr>
          <p:nvPr/>
        </p:nvPicPr>
        <p:blipFill>
          <a:blip r:embed="rId2"/>
          <a:stretch>
            <a:fillRect/>
          </a:stretch>
        </p:blipFill>
        <p:spPr>
          <a:xfrm>
            <a:off x="7680176" y="4389499"/>
            <a:ext cx="2900753" cy="619919"/>
          </a:xfrm>
          <a:prstGeom prst="rect">
            <a:avLst/>
          </a:prstGeom>
        </p:spPr>
      </p:pic>
      <p:pic>
        <p:nvPicPr>
          <p:cNvPr id="7" name="Immagine 6">
            <a:extLst>
              <a:ext uri="{FF2B5EF4-FFF2-40B4-BE49-F238E27FC236}">
                <a16:creationId xmlns:a16="http://schemas.microsoft.com/office/drawing/2014/main" id="{F0BBC588-A498-EE03-F2A6-DA23EB46E7B0}"/>
              </a:ext>
            </a:extLst>
          </p:cNvPr>
          <p:cNvPicPr>
            <a:picLocks noChangeAspect="1"/>
          </p:cNvPicPr>
          <p:nvPr/>
        </p:nvPicPr>
        <p:blipFill>
          <a:blip r:embed="rId3"/>
          <a:stretch>
            <a:fillRect/>
          </a:stretch>
        </p:blipFill>
        <p:spPr>
          <a:xfrm>
            <a:off x="335360" y="980728"/>
            <a:ext cx="6408712" cy="5318859"/>
          </a:xfrm>
          <a:prstGeom prst="rect">
            <a:avLst/>
          </a:prstGeom>
        </p:spPr>
      </p:pic>
      <p:pic>
        <p:nvPicPr>
          <p:cNvPr id="11" name="Immagine 10">
            <a:extLst>
              <a:ext uri="{FF2B5EF4-FFF2-40B4-BE49-F238E27FC236}">
                <a16:creationId xmlns:a16="http://schemas.microsoft.com/office/drawing/2014/main" id="{B91571D6-615C-F834-5665-89B74A720FBF}"/>
              </a:ext>
            </a:extLst>
          </p:cNvPr>
          <p:cNvPicPr>
            <a:picLocks noChangeAspect="1"/>
          </p:cNvPicPr>
          <p:nvPr/>
        </p:nvPicPr>
        <p:blipFill>
          <a:blip r:embed="rId4"/>
          <a:stretch>
            <a:fillRect/>
          </a:stretch>
        </p:blipFill>
        <p:spPr>
          <a:xfrm>
            <a:off x="5807968" y="1281281"/>
            <a:ext cx="6168008" cy="2712174"/>
          </a:xfrm>
          <a:prstGeom prst="rect">
            <a:avLst/>
          </a:prstGeom>
        </p:spPr>
      </p:pic>
    </p:spTree>
    <p:extLst>
      <p:ext uri="{BB962C8B-B14F-4D97-AF65-F5344CB8AC3E}">
        <p14:creationId xmlns:p14="http://schemas.microsoft.com/office/powerpoint/2010/main" val="2423442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681D5358-9393-10C2-C9A7-B8F63E74A6DC}"/>
              </a:ext>
            </a:extLst>
          </p:cNvPr>
          <p:cNvSpPr>
            <a:spLocks noGrp="1"/>
          </p:cNvSpPr>
          <p:nvPr>
            <p:ph type="body" sz="quarter" idx="11"/>
          </p:nvPr>
        </p:nvSpPr>
        <p:spPr/>
        <p:txBody>
          <a:bodyPr/>
          <a:lstStyle/>
          <a:p>
            <a:pPr marL="342900" indent="-342900">
              <a:buFont typeface="Arial" panose="020B0604020202020204" pitchFamily="34" charset="0"/>
              <a:buChar char="•"/>
            </a:pPr>
            <a:r>
              <a:rPr lang="en-US" sz="2400" dirty="0"/>
              <a:t>A 2048-bit RSA module can encrypt a </a:t>
            </a:r>
            <a:r>
              <a:rPr lang="en-US" sz="2400" b="1" u="sng" dirty="0"/>
              <a:t>maximum of about 245 bytes</a:t>
            </a:r>
            <a:r>
              <a:rPr lang="en-US" sz="2400" dirty="0"/>
              <a:t> with PKCS#1 v1.5 padding </a:t>
            </a:r>
            <a:r>
              <a:rPr lang="en-US" sz="2400" b="1" u="sng" dirty="0"/>
              <a:t>or only 190 bytes</a:t>
            </a:r>
            <a:r>
              <a:rPr lang="en-US" sz="2400" dirty="0"/>
              <a:t> if using the more secure OAEP padding with SHA-256. This makes RSA unusable for documents, images, or large files.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it-IT" sz="2400" dirty="0"/>
              <a:t>RSA </a:t>
            </a:r>
            <a:r>
              <a:rPr lang="it-IT" sz="2400" dirty="0" err="1"/>
              <a:t>relies</a:t>
            </a:r>
            <a:r>
              <a:rPr lang="it-IT" sz="2400" dirty="0"/>
              <a:t> on </a:t>
            </a:r>
            <a:r>
              <a:rPr lang="it-IT" sz="2400" b="1" u="sng" dirty="0" err="1"/>
              <a:t>extremely</a:t>
            </a:r>
            <a:r>
              <a:rPr lang="it-IT" sz="2400" b="1" u="sng" dirty="0"/>
              <a:t> CPU-intensive</a:t>
            </a:r>
            <a:r>
              <a:rPr lang="it-IT" sz="2400" dirty="0"/>
              <a:t> modular </a:t>
            </a:r>
            <a:r>
              <a:rPr lang="it-IT" sz="2400" dirty="0" err="1"/>
              <a:t>exponentiation</a:t>
            </a:r>
            <a:r>
              <a:rPr lang="it-IT" sz="2400" dirty="0"/>
              <a:t> </a:t>
            </a:r>
            <a:r>
              <a:rPr lang="it-IT" sz="2400" dirty="0" err="1"/>
              <a:t>operations</a:t>
            </a:r>
            <a:r>
              <a:rPr lang="it-IT" sz="2400" dirty="0"/>
              <a:t>. </a:t>
            </a:r>
            <a:r>
              <a:rPr lang="it-IT" sz="2400" dirty="0" err="1"/>
              <a:t>Compared</a:t>
            </a:r>
            <a:r>
              <a:rPr lang="it-IT" sz="2400" dirty="0"/>
              <a:t> to </a:t>
            </a:r>
            <a:r>
              <a:rPr lang="it-IT" sz="2400" dirty="0" err="1"/>
              <a:t>symmetric</a:t>
            </a:r>
            <a:r>
              <a:rPr lang="it-IT" sz="2400" dirty="0"/>
              <a:t> </a:t>
            </a:r>
            <a:r>
              <a:rPr lang="it-IT" sz="2400" dirty="0" err="1"/>
              <a:t>algorithms</a:t>
            </a:r>
            <a:r>
              <a:rPr lang="it-IT" sz="2400" dirty="0"/>
              <a:t> like AES, RSA is </a:t>
            </a:r>
            <a:r>
              <a:rPr lang="it-IT" sz="2400" dirty="0" err="1"/>
              <a:t>about</a:t>
            </a:r>
            <a:r>
              <a:rPr lang="it-IT" sz="2400" dirty="0"/>
              <a:t> 1000 times </a:t>
            </a:r>
            <a:r>
              <a:rPr lang="it-IT" sz="2400" dirty="0" err="1"/>
              <a:t>slower</a:t>
            </a:r>
            <a:r>
              <a:rPr lang="it-IT" sz="2400" dirty="0"/>
              <a:t>. </a:t>
            </a:r>
            <a:r>
              <a:rPr lang="it-IT" sz="2400" dirty="0" err="1"/>
              <a:t>Encrypting</a:t>
            </a:r>
            <a:r>
              <a:rPr lang="it-IT" sz="2400" dirty="0"/>
              <a:t> large </a:t>
            </a:r>
            <a:r>
              <a:rPr lang="it-IT" sz="2400" dirty="0" err="1"/>
              <a:t>amounts</a:t>
            </a:r>
            <a:r>
              <a:rPr lang="it-IT" sz="2400" dirty="0"/>
              <a:t> of data with RSA would </a:t>
            </a:r>
            <a:r>
              <a:rPr lang="it-IT" sz="2400" dirty="0" err="1"/>
              <a:t>quickly</a:t>
            </a:r>
            <a:r>
              <a:rPr lang="it-IT" sz="2400" dirty="0"/>
              <a:t> saturate system </a:t>
            </a:r>
            <a:r>
              <a:rPr lang="it-IT" sz="2400" dirty="0" err="1"/>
              <a:t>resources</a:t>
            </a:r>
            <a:r>
              <a:rPr lang="it-IT" sz="2400" dirty="0"/>
              <a:t>.</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en-US" sz="2400" dirty="0"/>
              <a:t>RSA is </a:t>
            </a:r>
            <a:r>
              <a:rPr lang="en-US" sz="2400" b="1" u="sng" dirty="0"/>
              <a:t>not</a:t>
            </a:r>
            <a:r>
              <a:rPr lang="en-US" sz="2400" dirty="0"/>
              <a:t> post-quantum secure. </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endParaRPr lang="it-IT" sz="2400" dirty="0"/>
          </a:p>
        </p:txBody>
      </p:sp>
      <p:sp>
        <p:nvSpPr>
          <p:cNvPr id="4" name="Titolo 1">
            <a:extLst>
              <a:ext uri="{FF2B5EF4-FFF2-40B4-BE49-F238E27FC236}">
                <a16:creationId xmlns:a16="http://schemas.microsoft.com/office/drawing/2014/main" id="{9BAAAF88-74D7-5A03-7A64-C8DBB7FD3008}"/>
              </a:ext>
            </a:extLst>
          </p:cNvPr>
          <p:cNvSpPr>
            <a:spLocks noGrp="1"/>
          </p:cNvSpPr>
          <p:nvPr>
            <p:ph type="title"/>
          </p:nvPr>
        </p:nvSpPr>
        <p:spPr>
          <a:xfrm>
            <a:off x="527051" y="380269"/>
            <a:ext cx="8424862" cy="792088"/>
          </a:xfrm>
        </p:spPr>
        <p:txBody>
          <a:bodyPr/>
          <a:lstStyle/>
          <a:p>
            <a:r>
              <a:rPr lang="en-GB" sz="3800" noProof="0" dirty="0"/>
              <a:t>Limitations of RSA</a:t>
            </a:r>
          </a:p>
        </p:txBody>
      </p:sp>
    </p:spTree>
    <p:extLst>
      <p:ext uri="{BB962C8B-B14F-4D97-AF65-F5344CB8AC3E}">
        <p14:creationId xmlns:p14="http://schemas.microsoft.com/office/powerpoint/2010/main" val="1628668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77D9F-5947-012B-DBC5-F8DFD170D0C6}"/>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14292AC7-808E-D5CE-B72B-D7C46A06ADEE}"/>
              </a:ext>
            </a:extLst>
          </p:cNvPr>
          <p:cNvSpPr>
            <a:spLocks noGrp="1"/>
          </p:cNvSpPr>
          <p:nvPr>
            <p:ph type="body" sz="quarter" idx="11"/>
          </p:nvPr>
        </p:nvSpPr>
        <p:spPr>
          <a:xfrm>
            <a:off x="527051" y="1412875"/>
            <a:ext cx="6145013" cy="4320381"/>
          </a:xfrm>
        </p:spPr>
        <p:txBody>
          <a:bodyPr/>
          <a:lstStyle/>
          <a:p>
            <a:pPr marL="342900" indent="-342900">
              <a:buFont typeface="Arial" panose="020B0604020202020204" pitchFamily="34" charset="0"/>
              <a:buChar char="•"/>
            </a:pPr>
            <a:r>
              <a:rPr lang="it-IT" sz="2400" dirty="0"/>
              <a:t>The </a:t>
            </a:r>
            <a:r>
              <a:rPr lang="it-IT" sz="2400" i="1" dirty="0"/>
              <a:t>Digital Signature </a:t>
            </a:r>
            <a:r>
              <a:rPr lang="it-IT" sz="2400" i="1" dirty="0" err="1"/>
              <a:t>Algorithm</a:t>
            </a:r>
            <a:r>
              <a:rPr lang="it-IT" sz="2400" i="1" dirty="0"/>
              <a:t> </a:t>
            </a:r>
            <a:r>
              <a:rPr lang="it-IT" sz="2400" dirty="0"/>
              <a:t>(DSA) is a standard for </a:t>
            </a:r>
            <a:r>
              <a:rPr lang="it-IT" sz="2400" dirty="0" err="1"/>
              <a:t>digital</a:t>
            </a:r>
            <a:r>
              <a:rPr lang="it-IT" sz="2400" dirty="0"/>
              <a:t> signatures </a:t>
            </a:r>
            <a:r>
              <a:rPr lang="it-IT" sz="2400" dirty="0" err="1"/>
              <a:t>that</a:t>
            </a:r>
            <a:r>
              <a:rPr lang="it-IT" sz="2400" dirty="0"/>
              <a:t> </a:t>
            </a:r>
            <a:r>
              <a:rPr lang="it-IT" sz="2400" dirty="0" err="1"/>
              <a:t>uses</a:t>
            </a:r>
            <a:r>
              <a:rPr lang="it-IT" sz="2400" dirty="0"/>
              <a:t> </a:t>
            </a:r>
            <a:r>
              <a:rPr lang="it-IT" sz="2400" dirty="0" err="1"/>
              <a:t>asymmetric</a:t>
            </a:r>
            <a:r>
              <a:rPr lang="it-IT" sz="2400" dirty="0"/>
              <a:t> </a:t>
            </a:r>
            <a:r>
              <a:rPr lang="it-IT" sz="2400" dirty="0" err="1"/>
              <a:t>cryptography</a:t>
            </a:r>
            <a:r>
              <a:rPr lang="it-IT" sz="2400" dirty="0"/>
              <a:t> to </a:t>
            </a:r>
            <a:r>
              <a:rPr lang="it-IT" sz="2400" dirty="0" err="1"/>
              <a:t>ensure</a:t>
            </a:r>
            <a:r>
              <a:rPr lang="it-IT" sz="2400" dirty="0"/>
              <a:t> message </a:t>
            </a:r>
            <a:r>
              <a:rPr lang="it-IT" sz="2400" dirty="0" err="1"/>
              <a:t>authenticity</a:t>
            </a:r>
            <a:r>
              <a:rPr lang="it-IT" sz="2400" dirty="0"/>
              <a:t>, </a:t>
            </a:r>
            <a:r>
              <a:rPr lang="it-IT" sz="2400" dirty="0" err="1"/>
              <a:t>integrity</a:t>
            </a:r>
            <a:r>
              <a:rPr lang="it-IT" sz="2400" dirty="0"/>
              <a:t>, and non-</a:t>
            </a:r>
            <a:r>
              <a:rPr lang="it-IT" sz="2400" dirty="0" err="1"/>
              <a:t>repudiation</a:t>
            </a:r>
            <a:r>
              <a:rPr lang="it-IT" sz="2400" dirty="0"/>
              <a:t>.</a:t>
            </a:r>
          </a:p>
          <a:p>
            <a:pPr marL="342900" indent="-342900">
              <a:buFont typeface="Arial" panose="020B0604020202020204" pitchFamily="34" charset="0"/>
              <a:buChar char="•"/>
            </a:pPr>
            <a:endParaRPr lang="it-IT" sz="2400" dirty="0"/>
          </a:p>
          <a:p>
            <a:pPr marL="342900" indent="-342900">
              <a:buFont typeface="Arial" panose="020B0604020202020204" pitchFamily="34" charset="0"/>
              <a:buChar char="•"/>
            </a:pPr>
            <a:r>
              <a:rPr lang="en-US" sz="2400" dirty="0"/>
              <a:t>Relies on the difficulty of calculating </a:t>
            </a:r>
            <a:r>
              <a:rPr lang="en-US" sz="2400" b="1" u="sng" dirty="0"/>
              <a:t>discrete logarithms</a:t>
            </a:r>
            <a:r>
              <a:rPr lang="en-US" sz="2400" dirty="0"/>
              <a:t>.</a:t>
            </a:r>
            <a:endParaRPr lang="it-IT" sz="2400" dirty="0"/>
          </a:p>
        </p:txBody>
      </p:sp>
      <p:sp>
        <p:nvSpPr>
          <p:cNvPr id="4" name="Titolo 1">
            <a:extLst>
              <a:ext uri="{FF2B5EF4-FFF2-40B4-BE49-F238E27FC236}">
                <a16:creationId xmlns:a16="http://schemas.microsoft.com/office/drawing/2014/main" id="{C1EAB3B8-A38A-FCE9-E068-146A0BBF90AA}"/>
              </a:ext>
            </a:extLst>
          </p:cNvPr>
          <p:cNvSpPr>
            <a:spLocks noGrp="1"/>
          </p:cNvSpPr>
          <p:nvPr>
            <p:ph type="title"/>
          </p:nvPr>
        </p:nvSpPr>
        <p:spPr>
          <a:xfrm>
            <a:off x="527051" y="380269"/>
            <a:ext cx="8424862" cy="792088"/>
          </a:xfrm>
        </p:spPr>
        <p:txBody>
          <a:bodyPr/>
          <a:lstStyle/>
          <a:p>
            <a:r>
              <a:rPr lang="en-GB" sz="3800" noProof="0" dirty="0"/>
              <a:t>DSA</a:t>
            </a:r>
          </a:p>
        </p:txBody>
      </p:sp>
      <p:pic>
        <p:nvPicPr>
          <p:cNvPr id="5" name="Immagine 4">
            <a:extLst>
              <a:ext uri="{FF2B5EF4-FFF2-40B4-BE49-F238E27FC236}">
                <a16:creationId xmlns:a16="http://schemas.microsoft.com/office/drawing/2014/main" id="{159163B1-CF19-CDB9-5F2F-839F98B03252}"/>
              </a:ext>
            </a:extLst>
          </p:cNvPr>
          <p:cNvPicPr>
            <a:picLocks noChangeAspect="1"/>
          </p:cNvPicPr>
          <p:nvPr/>
        </p:nvPicPr>
        <p:blipFill>
          <a:blip r:embed="rId2"/>
          <a:srcRect r="51616" b="8672"/>
          <a:stretch>
            <a:fillRect/>
          </a:stretch>
        </p:blipFill>
        <p:spPr>
          <a:xfrm>
            <a:off x="7223721" y="1628849"/>
            <a:ext cx="3456384" cy="3888432"/>
          </a:xfrm>
          <a:prstGeom prst="rect">
            <a:avLst/>
          </a:prstGeom>
        </p:spPr>
      </p:pic>
    </p:spTree>
    <p:extLst>
      <p:ext uri="{BB962C8B-B14F-4D97-AF65-F5344CB8AC3E}">
        <p14:creationId xmlns:p14="http://schemas.microsoft.com/office/powerpoint/2010/main" val="939207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D8F3D-747D-D490-12AB-0CFFFEC63B06}"/>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6D8F7E24-5C68-9F04-05B0-56EE9F366EBC}"/>
              </a:ext>
            </a:extLst>
          </p:cNvPr>
          <p:cNvSpPr>
            <a:spLocks noGrp="1"/>
          </p:cNvSpPr>
          <p:nvPr>
            <p:ph type="body" sz="quarter" idx="11"/>
          </p:nvPr>
        </p:nvSpPr>
        <p:spPr>
          <a:xfrm>
            <a:off x="527051" y="1412875"/>
            <a:ext cx="11113565" cy="4320381"/>
          </a:xfrm>
        </p:spPr>
        <p:txBody>
          <a:bodyPr/>
          <a:lstStyle/>
          <a:p>
            <a:pPr marL="342900" indent="-342900">
              <a:buFont typeface="Arial" panose="020B0604020202020204" pitchFamily="34" charset="0"/>
              <a:buChar char="•"/>
            </a:pPr>
            <a:r>
              <a:rPr lang="en-US" sz="2400" dirty="0"/>
              <a:t>I consider a cyclic group over a finite field of 11 elements, where the arithmetic is defined modulo 11.</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This means that 10 + 1 (mod 11) is equal to 11, but 11 + 1 (mod 11) is equal to 1, because the calculation re-starts from the first position.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In this group, too, I can calculate the powers of the elements:</a:t>
            </a:r>
            <a:endParaRPr lang="it-IT" sz="2400" dirty="0"/>
          </a:p>
        </p:txBody>
      </p:sp>
      <p:sp>
        <p:nvSpPr>
          <p:cNvPr id="4" name="Titolo 1">
            <a:extLst>
              <a:ext uri="{FF2B5EF4-FFF2-40B4-BE49-F238E27FC236}">
                <a16:creationId xmlns:a16="http://schemas.microsoft.com/office/drawing/2014/main" id="{E2B8B915-BBC2-A158-CB1A-9D259B4DA3AD}"/>
              </a:ext>
            </a:extLst>
          </p:cNvPr>
          <p:cNvSpPr>
            <a:spLocks noGrp="1"/>
          </p:cNvSpPr>
          <p:nvPr>
            <p:ph type="title"/>
          </p:nvPr>
        </p:nvSpPr>
        <p:spPr>
          <a:xfrm>
            <a:off x="527051" y="380269"/>
            <a:ext cx="8424862" cy="792088"/>
          </a:xfrm>
        </p:spPr>
        <p:txBody>
          <a:bodyPr/>
          <a:lstStyle/>
          <a:p>
            <a:r>
              <a:rPr lang="en-GB" sz="3800" noProof="0" dirty="0"/>
              <a:t>Discrete Logarithm Problem - 1</a:t>
            </a:r>
          </a:p>
        </p:txBody>
      </p:sp>
      <p:pic>
        <p:nvPicPr>
          <p:cNvPr id="6" name="Immagine 5">
            <a:extLst>
              <a:ext uri="{FF2B5EF4-FFF2-40B4-BE49-F238E27FC236}">
                <a16:creationId xmlns:a16="http://schemas.microsoft.com/office/drawing/2014/main" id="{525A7CC4-3D86-CC25-1E1D-549FE4A8A109}"/>
              </a:ext>
            </a:extLst>
          </p:cNvPr>
          <p:cNvPicPr>
            <a:picLocks noChangeAspect="1"/>
          </p:cNvPicPr>
          <p:nvPr/>
        </p:nvPicPr>
        <p:blipFill>
          <a:blip r:embed="rId2"/>
          <a:stretch>
            <a:fillRect/>
          </a:stretch>
        </p:blipFill>
        <p:spPr>
          <a:xfrm>
            <a:off x="4326864" y="2276872"/>
            <a:ext cx="3538272" cy="504056"/>
          </a:xfrm>
          <a:prstGeom prst="rect">
            <a:avLst/>
          </a:prstGeom>
        </p:spPr>
      </p:pic>
      <p:pic>
        <p:nvPicPr>
          <p:cNvPr id="8" name="Immagine 7">
            <a:extLst>
              <a:ext uri="{FF2B5EF4-FFF2-40B4-BE49-F238E27FC236}">
                <a16:creationId xmlns:a16="http://schemas.microsoft.com/office/drawing/2014/main" id="{E2F17A74-4BB0-7C57-437C-32C7B0E1234E}"/>
              </a:ext>
            </a:extLst>
          </p:cNvPr>
          <p:cNvPicPr>
            <a:picLocks noChangeAspect="1"/>
          </p:cNvPicPr>
          <p:nvPr/>
        </p:nvPicPr>
        <p:blipFill>
          <a:blip r:embed="rId3"/>
          <a:stretch>
            <a:fillRect/>
          </a:stretch>
        </p:blipFill>
        <p:spPr>
          <a:xfrm>
            <a:off x="4907868" y="4869160"/>
            <a:ext cx="2376264" cy="1922133"/>
          </a:xfrm>
          <a:prstGeom prst="rect">
            <a:avLst/>
          </a:prstGeom>
        </p:spPr>
      </p:pic>
    </p:spTree>
    <p:extLst>
      <p:ext uri="{BB962C8B-B14F-4D97-AF65-F5344CB8AC3E}">
        <p14:creationId xmlns:p14="http://schemas.microsoft.com/office/powerpoint/2010/main" val="3654442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6A80B-7BBB-2997-B729-12AFFB54284A}"/>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5FFBD333-2ACE-544A-C178-156825134702}"/>
              </a:ext>
            </a:extLst>
          </p:cNvPr>
          <p:cNvSpPr>
            <a:spLocks noGrp="1"/>
          </p:cNvSpPr>
          <p:nvPr>
            <p:ph type="body" sz="quarter" idx="11"/>
          </p:nvPr>
        </p:nvSpPr>
        <p:spPr>
          <a:xfrm>
            <a:off x="527051" y="1412875"/>
            <a:ext cx="11113565" cy="4320381"/>
          </a:xfrm>
        </p:spPr>
        <p:txBody>
          <a:bodyPr/>
          <a:lstStyle/>
          <a:p>
            <a:pPr marL="342900" indent="-342900">
              <a:buFont typeface="Arial" panose="020B0604020202020204" pitchFamily="34" charset="0"/>
              <a:buChar char="•"/>
            </a:pPr>
            <a:r>
              <a:rPr lang="en-US" sz="2400" dirty="0"/>
              <a:t>Let's say I now want to find the discrete logarithm of 9 to base 2 modulo 11, which is the corresponding x such that:</a:t>
            </a:r>
          </a:p>
          <a:p>
            <a:endParaRPr lang="en-US" sz="2400" dirty="0"/>
          </a:p>
          <a:p>
            <a:pPr marL="342900" indent="-342900">
              <a:buFont typeface="Arial" panose="020B0604020202020204" pitchFamily="34" charset="0"/>
              <a:buChar char="•"/>
            </a:pPr>
            <a:r>
              <a:rPr lang="en-US" sz="2400" dirty="0"/>
              <a:t>I'm proceeding by trial and error because I'm using very small numbers and this is doable:</a:t>
            </a:r>
          </a:p>
        </p:txBody>
      </p:sp>
      <p:sp>
        <p:nvSpPr>
          <p:cNvPr id="4" name="Titolo 1">
            <a:extLst>
              <a:ext uri="{FF2B5EF4-FFF2-40B4-BE49-F238E27FC236}">
                <a16:creationId xmlns:a16="http://schemas.microsoft.com/office/drawing/2014/main" id="{324450DB-C86E-0570-4743-DF0C840D7AE4}"/>
              </a:ext>
            </a:extLst>
          </p:cNvPr>
          <p:cNvSpPr>
            <a:spLocks noGrp="1"/>
          </p:cNvSpPr>
          <p:nvPr>
            <p:ph type="title"/>
          </p:nvPr>
        </p:nvSpPr>
        <p:spPr>
          <a:xfrm>
            <a:off x="527051" y="380269"/>
            <a:ext cx="8424862" cy="792088"/>
          </a:xfrm>
        </p:spPr>
        <p:txBody>
          <a:bodyPr/>
          <a:lstStyle/>
          <a:p>
            <a:r>
              <a:rPr lang="en-GB" sz="3800" noProof="0" dirty="0"/>
              <a:t>Discrete Logarithm Problem - 2</a:t>
            </a:r>
          </a:p>
        </p:txBody>
      </p:sp>
      <p:pic>
        <p:nvPicPr>
          <p:cNvPr id="5" name="Immagine 4">
            <a:extLst>
              <a:ext uri="{FF2B5EF4-FFF2-40B4-BE49-F238E27FC236}">
                <a16:creationId xmlns:a16="http://schemas.microsoft.com/office/drawing/2014/main" id="{D08C05A2-9593-CB0D-53E2-78B9BCAF84B8}"/>
              </a:ext>
            </a:extLst>
          </p:cNvPr>
          <p:cNvPicPr>
            <a:picLocks noChangeAspect="1"/>
          </p:cNvPicPr>
          <p:nvPr/>
        </p:nvPicPr>
        <p:blipFill>
          <a:blip r:embed="rId2"/>
          <a:stretch>
            <a:fillRect/>
          </a:stretch>
        </p:blipFill>
        <p:spPr>
          <a:xfrm>
            <a:off x="4948095" y="2204864"/>
            <a:ext cx="2295809" cy="429014"/>
          </a:xfrm>
          <a:prstGeom prst="rect">
            <a:avLst/>
          </a:prstGeom>
        </p:spPr>
      </p:pic>
      <p:sp>
        <p:nvSpPr>
          <p:cNvPr id="6" name="CasellaDiTesto 5">
            <a:extLst>
              <a:ext uri="{FF2B5EF4-FFF2-40B4-BE49-F238E27FC236}">
                <a16:creationId xmlns:a16="http://schemas.microsoft.com/office/drawing/2014/main" id="{E103383F-B2C2-4488-EF72-8DB3B78382F1}"/>
              </a:ext>
            </a:extLst>
          </p:cNvPr>
          <p:cNvSpPr txBox="1"/>
          <p:nvPr/>
        </p:nvSpPr>
        <p:spPr>
          <a:xfrm>
            <a:off x="6863681" y="4293096"/>
            <a:ext cx="4176464" cy="1569660"/>
          </a:xfrm>
          <a:prstGeom prst="rect">
            <a:avLst/>
          </a:prstGeom>
          <a:noFill/>
        </p:spPr>
        <p:txBody>
          <a:bodyPr wrap="square" rtlCol="0">
            <a:spAutoFit/>
          </a:bodyPr>
          <a:lstStyle/>
          <a:p>
            <a:r>
              <a:rPr lang="en-US" sz="2400" dirty="0"/>
              <a:t>Finding the value of x can be a daunting task, especially with much larger numbers, such as those used in cryptography.</a:t>
            </a:r>
          </a:p>
        </p:txBody>
      </p:sp>
      <p:pic>
        <p:nvPicPr>
          <p:cNvPr id="8" name="Immagine 7">
            <a:extLst>
              <a:ext uri="{FF2B5EF4-FFF2-40B4-BE49-F238E27FC236}">
                <a16:creationId xmlns:a16="http://schemas.microsoft.com/office/drawing/2014/main" id="{93A72DC8-9A5F-C7F1-B81C-87345DBFD9BB}"/>
              </a:ext>
            </a:extLst>
          </p:cNvPr>
          <p:cNvPicPr>
            <a:picLocks noChangeAspect="1"/>
          </p:cNvPicPr>
          <p:nvPr/>
        </p:nvPicPr>
        <p:blipFill>
          <a:blip r:embed="rId3"/>
          <a:stretch>
            <a:fillRect/>
          </a:stretch>
        </p:blipFill>
        <p:spPr>
          <a:xfrm>
            <a:off x="1511820" y="3448627"/>
            <a:ext cx="2495948" cy="3258598"/>
          </a:xfrm>
          <a:prstGeom prst="rect">
            <a:avLst/>
          </a:prstGeom>
        </p:spPr>
      </p:pic>
    </p:spTree>
    <p:extLst>
      <p:ext uri="{BB962C8B-B14F-4D97-AF65-F5344CB8AC3E}">
        <p14:creationId xmlns:p14="http://schemas.microsoft.com/office/powerpoint/2010/main" val="2417382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4FBD2-6EF6-54D4-DFBA-0C2D6942FD30}"/>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8942BAA3-BAE3-88F6-02F4-EF7BDA1622BB}"/>
              </a:ext>
            </a:extLst>
          </p:cNvPr>
          <p:cNvSpPr>
            <a:spLocks noGrp="1"/>
          </p:cNvSpPr>
          <p:nvPr>
            <p:ph type="body" sz="quarter" idx="11"/>
          </p:nvPr>
        </p:nvSpPr>
        <p:spPr>
          <a:xfrm>
            <a:off x="527051" y="1412875"/>
            <a:ext cx="6865093" cy="4320381"/>
          </a:xfrm>
        </p:spPr>
        <p:txBody>
          <a:bodyPr/>
          <a:lstStyle/>
          <a:p>
            <a:pPr marL="342900" indent="-342900">
              <a:buFont typeface="Arial" panose="020B0604020202020204" pitchFamily="34" charset="0"/>
              <a:buChar char="•"/>
            </a:pPr>
            <a:r>
              <a:rPr lang="en-US" sz="2400" dirty="0"/>
              <a:t>In simple terms, an elliptic curve is defined by a cubic equation in two variables. The most common form, known as the </a:t>
            </a:r>
            <a:r>
              <a:rPr lang="en-US" sz="2400" dirty="0" err="1"/>
              <a:t>Weierstrass</a:t>
            </a:r>
            <a:r>
              <a:rPr lang="en-US" sz="2400" dirty="0"/>
              <a:t> form, is: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Sum of two points P+Q</a:t>
            </a:r>
            <a:r>
              <a:rPr lang="en-US" sz="2400" dirty="0"/>
              <a:t>: If you draw a line through two points P and Q on the curve, it will intersect the curve at a third point. Reflecting this third point about the x axis, you get the sum P + Q.</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discrete logarithm problem, transposed to elliptic curves, becomes a "multiplication" of points on the curve.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it-IT" sz="2400" dirty="0"/>
          </a:p>
        </p:txBody>
      </p:sp>
      <p:sp>
        <p:nvSpPr>
          <p:cNvPr id="4" name="Titolo 1">
            <a:extLst>
              <a:ext uri="{FF2B5EF4-FFF2-40B4-BE49-F238E27FC236}">
                <a16:creationId xmlns:a16="http://schemas.microsoft.com/office/drawing/2014/main" id="{59B13051-3197-27FB-15A7-B3D6BBB4CC4F}"/>
              </a:ext>
            </a:extLst>
          </p:cNvPr>
          <p:cNvSpPr>
            <a:spLocks noGrp="1"/>
          </p:cNvSpPr>
          <p:nvPr>
            <p:ph type="title"/>
          </p:nvPr>
        </p:nvSpPr>
        <p:spPr>
          <a:xfrm>
            <a:off x="527051" y="380269"/>
            <a:ext cx="8424862" cy="792088"/>
          </a:xfrm>
        </p:spPr>
        <p:txBody>
          <a:bodyPr/>
          <a:lstStyle/>
          <a:p>
            <a:r>
              <a:rPr lang="en-GB" sz="3800" noProof="0" dirty="0"/>
              <a:t>Elliptic Curves</a:t>
            </a:r>
          </a:p>
        </p:txBody>
      </p:sp>
      <p:pic>
        <p:nvPicPr>
          <p:cNvPr id="5" name="Immagine 4">
            <a:extLst>
              <a:ext uri="{FF2B5EF4-FFF2-40B4-BE49-F238E27FC236}">
                <a16:creationId xmlns:a16="http://schemas.microsoft.com/office/drawing/2014/main" id="{BBCFD749-8704-932E-9F4C-3D85911E5D35}"/>
              </a:ext>
            </a:extLst>
          </p:cNvPr>
          <p:cNvPicPr>
            <a:picLocks noChangeAspect="1"/>
          </p:cNvPicPr>
          <p:nvPr/>
        </p:nvPicPr>
        <p:blipFill>
          <a:blip r:embed="rId2"/>
          <a:stretch>
            <a:fillRect/>
          </a:stretch>
        </p:blipFill>
        <p:spPr>
          <a:xfrm>
            <a:off x="2974310" y="2852936"/>
            <a:ext cx="1970573" cy="311728"/>
          </a:xfrm>
          <a:prstGeom prst="rect">
            <a:avLst/>
          </a:prstGeom>
        </p:spPr>
      </p:pic>
      <p:pic>
        <p:nvPicPr>
          <p:cNvPr id="1026" name="Picture 2" descr="7 Elliptic curves ideas | mathematics, elliptic curve cryptography,  cryptography">
            <a:extLst>
              <a:ext uri="{FF2B5EF4-FFF2-40B4-BE49-F238E27FC236}">
                <a16:creationId xmlns:a16="http://schemas.microsoft.com/office/drawing/2014/main" id="{84639354-CC8C-AA76-59DD-6F1E64281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2675" y="1476375"/>
            <a:ext cx="3905250" cy="3905250"/>
          </a:xfrm>
          <a:prstGeom prst="rect">
            <a:avLst/>
          </a:prstGeom>
          <a:noFill/>
          <a:extLst>
            <a:ext uri="{909E8E84-426E-40DD-AFC4-6F175D3DCCD1}">
              <a14:hiddenFill xmlns:a14="http://schemas.microsoft.com/office/drawing/2010/main">
                <a:solidFill>
                  <a:srgbClr val="FFFFFF"/>
                </a:solidFill>
              </a14:hiddenFill>
            </a:ext>
          </a:extLst>
        </p:spPr>
      </p:pic>
      <p:pic>
        <p:nvPicPr>
          <p:cNvPr id="7" name="Immagine 6">
            <a:extLst>
              <a:ext uri="{FF2B5EF4-FFF2-40B4-BE49-F238E27FC236}">
                <a16:creationId xmlns:a16="http://schemas.microsoft.com/office/drawing/2014/main" id="{7F625657-BFB1-313C-F3A6-FB04DFB29E58}"/>
              </a:ext>
            </a:extLst>
          </p:cNvPr>
          <p:cNvPicPr>
            <a:picLocks noChangeAspect="1"/>
          </p:cNvPicPr>
          <p:nvPr/>
        </p:nvPicPr>
        <p:blipFill>
          <a:blip r:embed="rId4"/>
          <a:stretch>
            <a:fillRect/>
          </a:stretch>
        </p:blipFill>
        <p:spPr>
          <a:xfrm>
            <a:off x="4127414" y="6227985"/>
            <a:ext cx="1224136" cy="526378"/>
          </a:xfrm>
          <a:prstGeom prst="rect">
            <a:avLst/>
          </a:prstGeom>
        </p:spPr>
      </p:pic>
    </p:spTree>
    <p:extLst>
      <p:ext uri="{BB962C8B-B14F-4D97-AF65-F5344CB8AC3E}">
        <p14:creationId xmlns:p14="http://schemas.microsoft.com/office/powerpoint/2010/main" val="4562899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DD774-64D6-1ABB-BD3F-7927006455C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3055487-D19F-4656-CC7B-EAF851B4865A}"/>
              </a:ext>
            </a:extLst>
          </p:cNvPr>
          <p:cNvSpPr>
            <a:spLocks noGrp="1"/>
          </p:cNvSpPr>
          <p:nvPr>
            <p:ph type="title"/>
          </p:nvPr>
        </p:nvSpPr>
        <p:spPr/>
        <p:txBody>
          <a:bodyPr/>
          <a:lstStyle/>
          <a:p>
            <a:r>
              <a:rPr lang="en-GB" sz="3800" noProof="0" dirty="0"/>
              <a:t>ECDSA</a:t>
            </a:r>
          </a:p>
        </p:txBody>
      </p:sp>
      <p:sp>
        <p:nvSpPr>
          <p:cNvPr id="3" name="Segnaposto testo 2">
            <a:extLst>
              <a:ext uri="{FF2B5EF4-FFF2-40B4-BE49-F238E27FC236}">
                <a16:creationId xmlns:a16="http://schemas.microsoft.com/office/drawing/2014/main" id="{0CD3098A-6EFB-0855-B813-293D8F618DBA}"/>
              </a:ext>
            </a:extLst>
          </p:cNvPr>
          <p:cNvSpPr>
            <a:spLocks noGrp="1"/>
          </p:cNvSpPr>
          <p:nvPr>
            <p:ph type="body" sz="quarter" idx="11"/>
          </p:nvPr>
        </p:nvSpPr>
        <p:spPr>
          <a:xfrm>
            <a:off x="527051" y="1412875"/>
            <a:ext cx="5712965" cy="4320381"/>
          </a:xfrm>
        </p:spPr>
        <p:txBody>
          <a:bodyPr/>
          <a:lstStyle/>
          <a:p>
            <a:pPr marL="342900" indent="-342900">
              <a:buFont typeface="Arial" panose="020B0604020202020204" pitchFamily="34" charset="0"/>
              <a:buChar char="•"/>
            </a:pPr>
            <a:r>
              <a:rPr lang="en-US" sz="2400" dirty="0"/>
              <a:t>The </a:t>
            </a:r>
            <a:r>
              <a:rPr lang="en-US" sz="2400" b="1" dirty="0"/>
              <a:t>Elliptic Curve Digital Signature Algorithm</a:t>
            </a:r>
            <a:r>
              <a:rPr lang="en-US" sz="2400" dirty="0"/>
              <a:t> (ECDSA) is a public-key cryptographic algorithm used to generate digital signatures.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It is a variant of DSA that uses the mathematics of elliptic curves to offer the same level of security with much smaller keys and faster calculations.</a:t>
            </a:r>
          </a:p>
          <a:p>
            <a:pPr marL="342900" indent="-342900">
              <a:buFont typeface="Arial" panose="020B0604020202020204" pitchFamily="34" charset="0"/>
              <a:buChar char="•"/>
            </a:pPr>
            <a:endParaRPr lang="en-US" sz="2400" noProof="0" dirty="0"/>
          </a:p>
          <a:p>
            <a:pPr marL="342900" indent="-342900">
              <a:buFont typeface="Arial" panose="020B0604020202020204" pitchFamily="34" charset="0"/>
              <a:buChar char="•"/>
            </a:pPr>
            <a:r>
              <a:rPr lang="en-US" sz="2400" noProof="0" dirty="0"/>
              <a:t>A 256-bit ECDSA key offers security comparable to a 3072-bit RSA key.</a:t>
            </a:r>
            <a:endParaRPr lang="en-GB" sz="2400" noProof="0" dirty="0"/>
          </a:p>
        </p:txBody>
      </p:sp>
      <p:pic>
        <p:nvPicPr>
          <p:cNvPr id="10242" name="Picture 2" descr="ECDSA | Elliptic Curve Digital Signature Algorithm">
            <a:extLst>
              <a:ext uri="{FF2B5EF4-FFF2-40B4-BE49-F238E27FC236}">
                <a16:creationId xmlns:a16="http://schemas.microsoft.com/office/drawing/2014/main" id="{FFC83018-5C04-F5D4-6906-6DD44304F2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50" r="7538"/>
          <a:stretch>
            <a:fillRect/>
          </a:stretch>
        </p:blipFill>
        <p:spPr bwMode="auto">
          <a:xfrm>
            <a:off x="6128027" y="1700808"/>
            <a:ext cx="6048673" cy="3263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5456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DDECA-AEC6-4D49-B614-D1F4A98832B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5638652-841B-EEB9-3CAE-EC5B8C65AFAF}"/>
              </a:ext>
            </a:extLst>
          </p:cNvPr>
          <p:cNvSpPr>
            <a:spLocks noGrp="1"/>
          </p:cNvSpPr>
          <p:nvPr>
            <p:ph type="title"/>
          </p:nvPr>
        </p:nvSpPr>
        <p:spPr>
          <a:xfrm>
            <a:off x="527051" y="188640"/>
            <a:ext cx="8424862" cy="792088"/>
          </a:xfrm>
        </p:spPr>
        <p:txBody>
          <a:bodyPr/>
          <a:lstStyle/>
          <a:p>
            <a:r>
              <a:rPr lang="en-GB" sz="3800" noProof="0" dirty="0"/>
              <a:t>ECDSA Example</a:t>
            </a:r>
          </a:p>
        </p:txBody>
      </p:sp>
      <p:pic>
        <p:nvPicPr>
          <p:cNvPr id="4" name="Immagine 3">
            <a:extLst>
              <a:ext uri="{FF2B5EF4-FFF2-40B4-BE49-F238E27FC236}">
                <a16:creationId xmlns:a16="http://schemas.microsoft.com/office/drawing/2014/main" id="{E975524C-08CC-92A2-2868-D6416E110F5A}"/>
              </a:ext>
            </a:extLst>
          </p:cNvPr>
          <p:cNvPicPr>
            <a:picLocks noChangeAspect="1"/>
          </p:cNvPicPr>
          <p:nvPr/>
        </p:nvPicPr>
        <p:blipFill>
          <a:blip r:embed="rId2"/>
          <a:stretch>
            <a:fillRect/>
          </a:stretch>
        </p:blipFill>
        <p:spPr>
          <a:xfrm>
            <a:off x="119336" y="1528932"/>
            <a:ext cx="7128792" cy="3800136"/>
          </a:xfrm>
          <a:prstGeom prst="rect">
            <a:avLst/>
          </a:prstGeom>
        </p:spPr>
      </p:pic>
      <p:pic>
        <p:nvPicPr>
          <p:cNvPr id="7" name="Immagine 6">
            <a:extLst>
              <a:ext uri="{FF2B5EF4-FFF2-40B4-BE49-F238E27FC236}">
                <a16:creationId xmlns:a16="http://schemas.microsoft.com/office/drawing/2014/main" id="{D6FE4F11-E041-DDE7-3886-E9BDAB02DD92}"/>
              </a:ext>
            </a:extLst>
          </p:cNvPr>
          <p:cNvPicPr>
            <a:picLocks noChangeAspect="1"/>
          </p:cNvPicPr>
          <p:nvPr/>
        </p:nvPicPr>
        <p:blipFill>
          <a:blip r:embed="rId3"/>
          <a:stretch>
            <a:fillRect/>
          </a:stretch>
        </p:blipFill>
        <p:spPr>
          <a:xfrm>
            <a:off x="5729963" y="2204864"/>
            <a:ext cx="6443899" cy="1800200"/>
          </a:xfrm>
          <a:prstGeom prst="rect">
            <a:avLst/>
          </a:prstGeom>
        </p:spPr>
      </p:pic>
    </p:spTree>
    <p:extLst>
      <p:ext uri="{BB962C8B-B14F-4D97-AF65-F5344CB8AC3E}">
        <p14:creationId xmlns:p14="http://schemas.microsoft.com/office/powerpoint/2010/main" val="386825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32AAA-9732-7BA8-0D35-92E9D4BD669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248FD13-0438-5F0E-6A12-E023368C2EB6}"/>
              </a:ext>
            </a:extLst>
          </p:cNvPr>
          <p:cNvSpPr>
            <a:spLocks noGrp="1"/>
          </p:cNvSpPr>
          <p:nvPr>
            <p:ph type="title"/>
          </p:nvPr>
        </p:nvSpPr>
        <p:spPr/>
        <p:txBody>
          <a:bodyPr/>
          <a:lstStyle/>
          <a:p>
            <a:r>
              <a:rPr lang="en-GB" sz="3800" noProof="0" dirty="0"/>
              <a:t>PS3 ECDSA Attack - 1</a:t>
            </a:r>
          </a:p>
        </p:txBody>
      </p:sp>
      <p:sp>
        <p:nvSpPr>
          <p:cNvPr id="3" name="Segnaposto testo 2">
            <a:extLst>
              <a:ext uri="{FF2B5EF4-FFF2-40B4-BE49-F238E27FC236}">
                <a16:creationId xmlns:a16="http://schemas.microsoft.com/office/drawing/2014/main" id="{57C12C24-15E5-1702-FC1A-F8D6CEEAA27B}"/>
              </a:ext>
            </a:extLst>
          </p:cNvPr>
          <p:cNvSpPr>
            <a:spLocks noGrp="1"/>
          </p:cNvSpPr>
          <p:nvPr>
            <p:ph type="body" sz="quarter" idx="11"/>
          </p:nvPr>
        </p:nvSpPr>
        <p:spPr>
          <a:xfrm>
            <a:off x="527051" y="1412875"/>
            <a:ext cx="6000997" cy="3024237"/>
          </a:xfrm>
        </p:spPr>
        <p:txBody>
          <a:bodyPr/>
          <a:lstStyle/>
          <a:p>
            <a:pPr marL="342900" indent="-342900">
              <a:buFont typeface="Arial" panose="020B0604020202020204" pitchFamily="34" charset="0"/>
              <a:buChar char="•"/>
            </a:pPr>
            <a:r>
              <a:rPr lang="en-US" sz="2400" noProof="0" dirty="0"/>
              <a:t>The PlayStation 3 operates through a sequence of trust between its components. Each step in the process relies on the assumption that the preceding step’s integrity has not been compromised.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a:t>This trust is enforced through ECDSA digital signature with Sony’s private key.</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a:t>ECDSA signature needs a random nonce for each signature. </a:t>
            </a:r>
            <a:r>
              <a:rPr lang="en-US" sz="2400" b="1" u="sng" noProof="0" dirty="0">
                <a:solidFill>
                  <a:srgbClr val="FF0000"/>
                </a:solidFill>
              </a:rPr>
              <a:t>Sony used a constant one.</a:t>
            </a:r>
            <a:endParaRPr lang="en-US" sz="2400" dirty="0"/>
          </a:p>
          <a:p>
            <a:pPr marL="342900" indent="-342900">
              <a:buFont typeface="Arial" panose="020B0604020202020204" pitchFamily="34" charset="0"/>
              <a:buChar char="•"/>
            </a:pPr>
            <a:endParaRPr lang="en-US" sz="2400" noProof="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GB" sz="2400" noProof="0" dirty="0"/>
          </a:p>
        </p:txBody>
      </p:sp>
      <p:pic>
        <p:nvPicPr>
          <p:cNvPr id="1030" name="Picture 6">
            <a:extLst>
              <a:ext uri="{FF2B5EF4-FFF2-40B4-BE49-F238E27FC236}">
                <a16:creationId xmlns:a16="http://schemas.microsoft.com/office/drawing/2014/main" id="{584B8345-6873-226C-2E25-8BB304802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8048" y="1893976"/>
            <a:ext cx="5449788" cy="30700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8660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E9A90-6A86-4F9D-A0A9-A4D86AE615C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C6CF861-569E-FDFD-9600-89C30AB7331E}"/>
              </a:ext>
            </a:extLst>
          </p:cNvPr>
          <p:cNvSpPr>
            <a:spLocks noGrp="1"/>
          </p:cNvSpPr>
          <p:nvPr>
            <p:ph type="title"/>
          </p:nvPr>
        </p:nvSpPr>
        <p:spPr/>
        <p:txBody>
          <a:bodyPr/>
          <a:lstStyle/>
          <a:p>
            <a:r>
              <a:rPr lang="en-GB" sz="3800" noProof="0" dirty="0"/>
              <a:t>PS3 ECDSA Attack - 2</a:t>
            </a:r>
          </a:p>
        </p:txBody>
      </p:sp>
      <p:sp>
        <p:nvSpPr>
          <p:cNvPr id="3" name="Segnaposto testo 2">
            <a:extLst>
              <a:ext uri="{FF2B5EF4-FFF2-40B4-BE49-F238E27FC236}">
                <a16:creationId xmlns:a16="http://schemas.microsoft.com/office/drawing/2014/main" id="{8EC49DDB-EBFD-497F-608F-31D55B94A31B}"/>
              </a:ext>
            </a:extLst>
          </p:cNvPr>
          <p:cNvSpPr>
            <a:spLocks noGrp="1"/>
          </p:cNvSpPr>
          <p:nvPr>
            <p:ph type="body" sz="quarter" idx="11"/>
          </p:nvPr>
        </p:nvSpPr>
        <p:spPr>
          <a:xfrm>
            <a:off x="527051" y="1412875"/>
            <a:ext cx="11257581" cy="3672309"/>
          </a:xfrm>
        </p:spPr>
        <p:txBody>
          <a:bodyPr/>
          <a:lstStyle/>
          <a:p>
            <a:pPr marL="342900" indent="-342900">
              <a:buFont typeface="Arial" panose="020B0604020202020204" pitchFamily="34" charset="0"/>
              <a:buChar char="•"/>
            </a:pPr>
            <a:r>
              <a:rPr lang="en-US" sz="2400" noProof="0" dirty="0"/>
              <a:t>When a message is signed, ECDSA produces two components: (r, 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r depends on the random nonce k. s is calculated as:</a:t>
            </a:r>
          </a:p>
          <a:p>
            <a:r>
              <a:rPr lang="en-US" sz="2400" dirty="0"/>
              <a:t>                                                                                                                           </a:t>
            </a:r>
            <a:r>
              <a:rPr lang="en-US" dirty="0"/>
              <a:t>d is Sony’s secret key</a:t>
            </a:r>
            <a:endParaRPr lang="en-US" sz="2400" dirty="0"/>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If two messages m1 and m2 are calculated, we obtain:</a:t>
            </a:r>
          </a:p>
          <a:p>
            <a:r>
              <a:rPr lang="en-US" sz="2400" dirty="0"/>
              <a:t>					m1 -&gt; (r, s1)</a:t>
            </a:r>
          </a:p>
          <a:p>
            <a:r>
              <a:rPr lang="en-US" sz="2400" dirty="0"/>
              <a:t>					m2 -&gt; (r, s2)</a:t>
            </a:r>
          </a:p>
          <a:p>
            <a:pPr marL="342900" indent="-342900">
              <a:buFont typeface="Arial" panose="020B0604020202020204" pitchFamily="34" charset="0"/>
              <a:buChar char="•"/>
            </a:pPr>
            <a:endParaRPr lang="en-GB" sz="2400" noProof="0" dirty="0"/>
          </a:p>
        </p:txBody>
      </p:sp>
      <p:pic>
        <p:nvPicPr>
          <p:cNvPr id="5" name="Immagine 4">
            <a:extLst>
              <a:ext uri="{FF2B5EF4-FFF2-40B4-BE49-F238E27FC236}">
                <a16:creationId xmlns:a16="http://schemas.microsoft.com/office/drawing/2014/main" id="{6633CA51-CC02-D7CB-8DF4-E0EA113A5816}"/>
              </a:ext>
            </a:extLst>
          </p:cNvPr>
          <p:cNvPicPr>
            <a:picLocks noChangeAspect="1"/>
          </p:cNvPicPr>
          <p:nvPr/>
        </p:nvPicPr>
        <p:blipFill>
          <a:blip r:embed="rId2"/>
          <a:stretch>
            <a:fillRect/>
          </a:stretch>
        </p:blipFill>
        <p:spPr>
          <a:xfrm>
            <a:off x="4239440" y="2924993"/>
            <a:ext cx="3832802" cy="504007"/>
          </a:xfrm>
          <a:prstGeom prst="rect">
            <a:avLst/>
          </a:prstGeom>
        </p:spPr>
      </p:pic>
      <p:pic>
        <p:nvPicPr>
          <p:cNvPr id="7" name="Immagine 6">
            <a:extLst>
              <a:ext uri="{FF2B5EF4-FFF2-40B4-BE49-F238E27FC236}">
                <a16:creationId xmlns:a16="http://schemas.microsoft.com/office/drawing/2014/main" id="{8D1E9316-AB3B-B0B3-C651-A39FB85B736C}"/>
              </a:ext>
            </a:extLst>
          </p:cNvPr>
          <p:cNvPicPr>
            <a:picLocks noChangeAspect="1"/>
          </p:cNvPicPr>
          <p:nvPr/>
        </p:nvPicPr>
        <p:blipFill>
          <a:blip r:embed="rId3"/>
          <a:stretch>
            <a:fillRect/>
          </a:stretch>
        </p:blipFill>
        <p:spPr>
          <a:xfrm>
            <a:off x="527051" y="5103002"/>
            <a:ext cx="2975377" cy="543035"/>
          </a:xfrm>
          <a:prstGeom prst="rect">
            <a:avLst/>
          </a:prstGeom>
        </p:spPr>
      </p:pic>
      <p:pic>
        <p:nvPicPr>
          <p:cNvPr id="9" name="Immagine 8">
            <a:extLst>
              <a:ext uri="{FF2B5EF4-FFF2-40B4-BE49-F238E27FC236}">
                <a16:creationId xmlns:a16="http://schemas.microsoft.com/office/drawing/2014/main" id="{4C55E54F-6DF9-9CD0-BD97-FCD1A0E52055}"/>
              </a:ext>
            </a:extLst>
          </p:cNvPr>
          <p:cNvPicPr>
            <a:picLocks noChangeAspect="1"/>
          </p:cNvPicPr>
          <p:nvPr/>
        </p:nvPicPr>
        <p:blipFill>
          <a:blip r:embed="rId4"/>
          <a:stretch>
            <a:fillRect/>
          </a:stretch>
        </p:blipFill>
        <p:spPr>
          <a:xfrm>
            <a:off x="443403" y="5621127"/>
            <a:ext cx="3142672" cy="543035"/>
          </a:xfrm>
          <a:prstGeom prst="rect">
            <a:avLst/>
          </a:prstGeom>
        </p:spPr>
      </p:pic>
      <p:pic>
        <p:nvPicPr>
          <p:cNvPr id="13" name="Immagine 12">
            <a:extLst>
              <a:ext uri="{FF2B5EF4-FFF2-40B4-BE49-F238E27FC236}">
                <a16:creationId xmlns:a16="http://schemas.microsoft.com/office/drawing/2014/main" id="{795A667E-842D-96C5-EA93-153551A71B9A}"/>
              </a:ext>
            </a:extLst>
          </p:cNvPr>
          <p:cNvPicPr>
            <a:picLocks noChangeAspect="1"/>
          </p:cNvPicPr>
          <p:nvPr/>
        </p:nvPicPr>
        <p:blipFill>
          <a:blip r:embed="rId5"/>
          <a:stretch>
            <a:fillRect/>
          </a:stretch>
        </p:blipFill>
        <p:spPr>
          <a:xfrm>
            <a:off x="3669723" y="5146635"/>
            <a:ext cx="4212087" cy="1017527"/>
          </a:xfrm>
          <a:prstGeom prst="rect">
            <a:avLst/>
          </a:prstGeom>
        </p:spPr>
      </p:pic>
      <p:pic>
        <p:nvPicPr>
          <p:cNvPr id="15" name="Immagine 14">
            <a:extLst>
              <a:ext uri="{FF2B5EF4-FFF2-40B4-BE49-F238E27FC236}">
                <a16:creationId xmlns:a16="http://schemas.microsoft.com/office/drawing/2014/main" id="{EB7A14D1-DB6C-6786-0BDA-21CF0D514CD7}"/>
              </a:ext>
            </a:extLst>
          </p:cNvPr>
          <p:cNvPicPr>
            <a:picLocks noChangeAspect="1"/>
          </p:cNvPicPr>
          <p:nvPr/>
        </p:nvPicPr>
        <p:blipFill>
          <a:blip r:embed="rId6"/>
          <a:stretch>
            <a:fillRect/>
          </a:stretch>
        </p:blipFill>
        <p:spPr>
          <a:xfrm>
            <a:off x="8072242" y="5241734"/>
            <a:ext cx="3062186" cy="827328"/>
          </a:xfrm>
          <a:prstGeom prst="rect">
            <a:avLst/>
          </a:prstGeom>
        </p:spPr>
      </p:pic>
      <p:cxnSp>
        <p:nvCxnSpPr>
          <p:cNvPr id="17" name="Connettore 2 16">
            <a:extLst>
              <a:ext uri="{FF2B5EF4-FFF2-40B4-BE49-F238E27FC236}">
                <a16:creationId xmlns:a16="http://schemas.microsoft.com/office/drawing/2014/main" id="{F2EF2D70-0388-C01C-8F5E-83054B0C1313}"/>
              </a:ext>
            </a:extLst>
          </p:cNvPr>
          <p:cNvCxnSpPr>
            <a:cxnSpLocks/>
          </p:cNvCxnSpPr>
          <p:nvPr/>
        </p:nvCxnSpPr>
        <p:spPr>
          <a:xfrm flipV="1">
            <a:off x="6528048" y="2996952"/>
            <a:ext cx="2423865" cy="720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20603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E7D82-A5C5-9E29-C7DA-4E5B324CCD6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52829FF-58D2-F0D7-3FD0-CD154A0A2347}"/>
              </a:ext>
            </a:extLst>
          </p:cNvPr>
          <p:cNvSpPr>
            <a:spLocks noGrp="1"/>
          </p:cNvSpPr>
          <p:nvPr>
            <p:ph type="title"/>
          </p:nvPr>
        </p:nvSpPr>
        <p:spPr/>
        <p:txBody>
          <a:bodyPr/>
          <a:lstStyle/>
          <a:p>
            <a:r>
              <a:rPr lang="en-GB" sz="3800" noProof="0" dirty="0"/>
              <a:t>Asymmetric Encryption in the real world</a:t>
            </a:r>
          </a:p>
        </p:txBody>
      </p:sp>
      <p:sp>
        <p:nvSpPr>
          <p:cNvPr id="3" name="Segnaposto testo 2">
            <a:extLst>
              <a:ext uri="{FF2B5EF4-FFF2-40B4-BE49-F238E27FC236}">
                <a16:creationId xmlns:a16="http://schemas.microsoft.com/office/drawing/2014/main" id="{5F0E9623-D0AB-4967-325D-2B82EDAE06B0}"/>
              </a:ext>
            </a:extLst>
          </p:cNvPr>
          <p:cNvSpPr>
            <a:spLocks noGrp="1"/>
          </p:cNvSpPr>
          <p:nvPr>
            <p:ph type="body" sz="quarter" idx="11"/>
          </p:nvPr>
        </p:nvSpPr>
        <p:spPr>
          <a:xfrm>
            <a:off x="527051" y="1412776"/>
            <a:ext cx="11233149" cy="4824536"/>
          </a:xfrm>
          <a:solidFill>
            <a:schemeClr val="bg1"/>
          </a:solidFill>
        </p:spPr>
        <p:txBody>
          <a:bodyPr/>
          <a:lstStyle/>
          <a:p>
            <a:pPr marL="342900" indent="-342900">
              <a:buFont typeface="Arial" panose="020B0604020202020204" pitchFamily="34" charset="0"/>
              <a:buChar char="•"/>
            </a:pPr>
            <a:r>
              <a:rPr lang="en-US" sz="2400" dirty="0"/>
              <a:t>Asymmetric Encryption is actually very inefficient. RSA is based on very </a:t>
            </a:r>
            <a:r>
              <a:rPr lang="en-US" sz="2400" b="1" dirty="0"/>
              <a:t>computationally intensive mathematics</a:t>
            </a:r>
            <a:r>
              <a:rPr lang="en-US" sz="2400" dirty="0"/>
              <a:t>. In contrast, symmetric encryption relies on bit substitutions and permutations, which are </a:t>
            </a:r>
            <a:r>
              <a:rPr lang="en-US" sz="2400" b="1" dirty="0"/>
              <a:t>extremely fast </a:t>
            </a:r>
            <a:r>
              <a:rPr lang="en-US" sz="2400" dirty="0"/>
              <a:t>operations, often accelerated directly by the CPU hardware.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An asymmetric algorithm cannot encrypt a message larger than its modulus </a:t>
            </a:r>
            <a:r>
              <a:rPr lang="en-US" sz="2400" i="1" dirty="0">
                <a:latin typeface="Courier New" panose="02070309020205020404" pitchFamily="49" charset="0"/>
                <a:cs typeface="Courier New" panose="02070309020205020404" pitchFamily="49" charset="0"/>
              </a:rPr>
              <a:t>n</a:t>
            </a:r>
            <a:r>
              <a:rPr lang="en-US" sz="2400" dirty="0"/>
              <a:t>. In RSA, if you have a 2048-bit key, your message </a:t>
            </a:r>
            <a:r>
              <a:rPr lang="en-US" sz="2400" i="1" dirty="0">
                <a:latin typeface="Courier New" panose="02070309020205020404" pitchFamily="49" charset="0"/>
                <a:cs typeface="Courier New" panose="02070309020205020404" pitchFamily="49" charset="0"/>
              </a:rPr>
              <a:t>m</a:t>
            </a:r>
            <a:r>
              <a:rPr lang="en-US" sz="2400" dirty="0"/>
              <a:t> must be mathematically smaller than </a:t>
            </a:r>
            <a:r>
              <a:rPr lang="en-US" sz="2400" i="1" dirty="0">
                <a:latin typeface="Courier New" panose="02070309020205020404" pitchFamily="49" charset="0"/>
                <a:cs typeface="Courier New" panose="02070309020205020404" pitchFamily="49" charset="0"/>
              </a:rPr>
              <a:t>n</a:t>
            </a:r>
            <a:r>
              <a:rPr lang="en-US" sz="2400" dirty="0"/>
              <a:t>. However, due to padding, the usable space is drastically reduced.</a:t>
            </a:r>
          </a:p>
          <a:p>
            <a:endParaRPr lang="en-US" sz="2400" dirty="0"/>
          </a:p>
          <a:p>
            <a:pPr marL="342900" indent="-342900">
              <a:buFont typeface="Arial" panose="020B0604020202020204" pitchFamily="34" charset="0"/>
              <a:buChar char="•"/>
            </a:pPr>
            <a:r>
              <a:rPr lang="en-US" sz="2400" dirty="0"/>
              <a:t>Better </a:t>
            </a:r>
            <a:r>
              <a:rPr lang="en-US" sz="2400" b="1" dirty="0"/>
              <a:t>signing</a:t>
            </a:r>
            <a:r>
              <a:rPr lang="en-US" sz="2400" dirty="0"/>
              <a:t> algorithm exist, but they need to be integrated in </a:t>
            </a:r>
            <a:r>
              <a:rPr lang="en-US" sz="2400" b="1" u="sng" dirty="0"/>
              <a:t>a different scheme</a:t>
            </a:r>
            <a:r>
              <a:rPr lang="en-US" sz="2400" dirty="0"/>
              <a:t>.</a:t>
            </a:r>
          </a:p>
        </p:txBody>
      </p:sp>
    </p:spTree>
    <p:extLst>
      <p:ext uri="{BB962C8B-B14F-4D97-AF65-F5344CB8AC3E}">
        <p14:creationId xmlns:p14="http://schemas.microsoft.com/office/powerpoint/2010/main" val="3413570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1F86E-4189-01D9-5E35-80D5B262328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D348857-748C-18E4-D541-C31B69164A9D}"/>
              </a:ext>
            </a:extLst>
          </p:cNvPr>
          <p:cNvSpPr>
            <a:spLocks noGrp="1"/>
          </p:cNvSpPr>
          <p:nvPr>
            <p:ph type="title"/>
          </p:nvPr>
        </p:nvSpPr>
        <p:spPr>
          <a:xfrm>
            <a:off x="527051" y="380269"/>
            <a:ext cx="8424862" cy="792088"/>
          </a:xfrm>
        </p:spPr>
        <p:txBody>
          <a:bodyPr/>
          <a:lstStyle/>
          <a:p>
            <a:r>
              <a:rPr lang="en-GB" sz="3800" noProof="0" dirty="0"/>
              <a:t>Hybrid Encryption - 1</a:t>
            </a:r>
          </a:p>
        </p:txBody>
      </p:sp>
      <p:sp>
        <p:nvSpPr>
          <p:cNvPr id="3" name="Segnaposto testo 2">
            <a:extLst>
              <a:ext uri="{FF2B5EF4-FFF2-40B4-BE49-F238E27FC236}">
                <a16:creationId xmlns:a16="http://schemas.microsoft.com/office/drawing/2014/main" id="{3284F293-A928-A8F6-AA0B-B588BBEAF57A}"/>
              </a:ext>
            </a:extLst>
          </p:cNvPr>
          <p:cNvSpPr>
            <a:spLocks noGrp="1"/>
          </p:cNvSpPr>
          <p:nvPr>
            <p:ph type="body" sz="quarter" idx="11"/>
          </p:nvPr>
        </p:nvSpPr>
        <p:spPr>
          <a:xfrm>
            <a:off x="527051" y="1412776"/>
            <a:ext cx="11233149" cy="3456384"/>
          </a:xfrm>
          <a:solidFill>
            <a:schemeClr val="bg1"/>
          </a:solidFill>
        </p:spPr>
        <p:txBody>
          <a:bodyPr/>
          <a:lstStyle/>
          <a:p>
            <a:pPr marL="342900" indent="-342900">
              <a:buFont typeface="Arial" panose="020B0604020202020204" pitchFamily="34" charset="0"/>
              <a:buChar char="•"/>
            </a:pPr>
            <a:r>
              <a:rPr lang="en-US" sz="2400" b="1" dirty="0"/>
              <a:t>Hybrid encryption </a:t>
            </a:r>
            <a:r>
              <a:rPr lang="en-US" sz="2400" dirty="0"/>
              <a:t>is a method that combines the strengths of symmetric and asymmetric cryptography to protect data efficiently and securely.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Essentially, it uses the speed of symmetric algorithms (such as </a:t>
            </a:r>
            <a:r>
              <a:rPr lang="en-US" sz="2400" i="1" dirty="0">
                <a:latin typeface="Courier New" panose="02070309020205020404" pitchFamily="49" charset="0"/>
                <a:cs typeface="Courier New" panose="02070309020205020404" pitchFamily="49" charset="0"/>
              </a:rPr>
              <a:t>AES</a:t>
            </a:r>
            <a:r>
              <a:rPr lang="en-US" sz="2400" dirty="0"/>
              <a:t>) to encrypt the actual data and the security of public-key cryptography (such as </a:t>
            </a:r>
            <a:r>
              <a:rPr lang="en-US" sz="2400" i="1" dirty="0">
                <a:latin typeface="Courier New" panose="02070309020205020404" pitchFamily="49" charset="0"/>
                <a:cs typeface="Courier New" panose="02070309020205020404" pitchFamily="49" charset="0"/>
              </a:rPr>
              <a:t>RSA</a:t>
            </a:r>
            <a:r>
              <a:rPr lang="en-US" sz="2400" dirty="0"/>
              <a:t> or </a:t>
            </a:r>
            <a:r>
              <a:rPr lang="en-US" sz="2400" i="1" dirty="0">
                <a:latin typeface="Courier New" panose="02070309020205020404" pitchFamily="49" charset="0"/>
                <a:cs typeface="Courier New" panose="02070309020205020404" pitchFamily="49" charset="0"/>
              </a:rPr>
              <a:t>ECC</a:t>
            </a:r>
            <a:r>
              <a:rPr lang="en-US" sz="2400" dirty="0"/>
              <a:t>) to securely exchange encryption keys.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Standard in TLS.</a:t>
            </a:r>
          </a:p>
        </p:txBody>
      </p:sp>
    </p:spTree>
    <p:extLst>
      <p:ext uri="{BB962C8B-B14F-4D97-AF65-F5344CB8AC3E}">
        <p14:creationId xmlns:p14="http://schemas.microsoft.com/office/powerpoint/2010/main" val="540979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AB3FD68-D05A-526D-8260-D9E4AA02DFCA}"/>
              </a:ext>
            </a:extLst>
          </p:cNvPr>
          <p:cNvSpPr>
            <a:spLocks noGrp="1"/>
          </p:cNvSpPr>
          <p:nvPr>
            <p:ph type="title"/>
          </p:nvPr>
        </p:nvSpPr>
        <p:spPr/>
        <p:txBody>
          <a:bodyPr/>
          <a:lstStyle/>
          <a:p>
            <a:r>
              <a:rPr lang="it-IT" sz="3800" dirty="0" err="1"/>
              <a:t>Hybrid</a:t>
            </a:r>
            <a:r>
              <a:rPr lang="it-IT" sz="3800" dirty="0"/>
              <a:t> </a:t>
            </a:r>
            <a:r>
              <a:rPr lang="it-IT" sz="3800" dirty="0" err="1"/>
              <a:t>Encryption</a:t>
            </a:r>
            <a:r>
              <a:rPr lang="it-IT" sz="3800" dirty="0"/>
              <a:t> - 2</a:t>
            </a:r>
          </a:p>
        </p:txBody>
      </p:sp>
      <p:pic>
        <p:nvPicPr>
          <p:cNvPr id="5122" name="Picture 2" descr="Hybrid encryption in python. Asymmetric encryption VS Symmetric… | by Igor  Filatov | Medium">
            <a:extLst>
              <a:ext uri="{FF2B5EF4-FFF2-40B4-BE49-F238E27FC236}">
                <a16:creationId xmlns:a16="http://schemas.microsoft.com/office/drawing/2014/main" id="{120753F8-9E7B-FC87-281E-5A22C4DA40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8340" y="1377074"/>
            <a:ext cx="8595320" cy="51571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19115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4382A99-8BA7-4B13-437E-90A316E81854}"/>
              </a:ext>
            </a:extLst>
          </p:cNvPr>
          <p:cNvSpPr>
            <a:spLocks noGrp="1"/>
          </p:cNvSpPr>
          <p:nvPr>
            <p:ph type="title"/>
          </p:nvPr>
        </p:nvSpPr>
        <p:spPr/>
        <p:txBody>
          <a:bodyPr/>
          <a:lstStyle/>
          <a:p>
            <a:r>
              <a:rPr lang="it-IT" sz="3800" dirty="0"/>
              <a:t>Diffie-Hellmann</a:t>
            </a:r>
          </a:p>
        </p:txBody>
      </p:sp>
      <p:sp>
        <p:nvSpPr>
          <p:cNvPr id="3" name="Segnaposto testo 2">
            <a:extLst>
              <a:ext uri="{FF2B5EF4-FFF2-40B4-BE49-F238E27FC236}">
                <a16:creationId xmlns:a16="http://schemas.microsoft.com/office/drawing/2014/main" id="{853666B3-493E-B77D-99FC-3FAB246135E2}"/>
              </a:ext>
            </a:extLst>
          </p:cNvPr>
          <p:cNvSpPr>
            <a:spLocks noGrp="1"/>
          </p:cNvSpPr>
          <p:nvPr>
            <p:ph type="body" sz="quarter" idx="11"/>
          </p:nvPr>
        </p:nvSpPr>
        <p:spPr>
          <a:xfrm>
            <a:off x="527051" y="1412875"/>
            <a:ext cx="6289029" cy="5064856"/>
          </a:xfrm>
        </p:spPr>
        <p:txBody>
          <a:bodyPr/>
          <a:lstStyle/>
          <a:p>
            <a:pPr marL="342900" indent="-342900">
              <a:buFont typeface="Arial" panose="020B0604020202020204" pitchFamily="34" charset="0"/>
              <a:buChar char="•"/>
            </a:pPr>
            <a:r>
              <a:rPr lang="en-US" sz="2400" dirty="0"/>
              <a:t>Diffie-Hellman (DH) key exchange is a cryptographic protocol that allows two parties to generate a </a:t>
            </a:r>
            <a:r>
              <a:rPr lang="en-US" sz="2400" b="1" u="sng" dirty="0"/>
              <a:t>shared secret key </a:t>
            </a:r>
            <a:r>
              <a:rPr lang="en-US" sz="2400" dirty="0"/>
              <a:t>over an insecure communication channel (such as the </a:t>
            </a:r>
            <a:r>
              <a:rPr lang="en-US" sz="2400" i="1" dirty="0"/>
              <a:t>Internet</a:t>
            </a:r>
            <a:r>
              <a:rPr lang="en-US" sz="2400" dirty="0"/>
              <a:t>), without the key itself ever being transmitted.</a:t>
            </a:r>
          </a:p>
          <a:p>
            <a:pPr marL="342900" indent="-342900">
              <a:buFont typeface="Arial" panose="020B0604020202020204" pitchFamily="34" charset="0"/>
              <a:buChar char="•"/>
            </a:pPr>
            <a:endParaRPr lang="en-US" sz="2400" dirty="0"/>
          </a:p>
          <a:p>
            <a:pPr marL="457200" indent="-457200">
              <a:buFont typeface="+mj-lt"/>
              <a:buAutoNum type="arabicPeriod"/>
            </a:pPr>
            <a:r>
              <a:rPr lang="en-US" sz="2400" dirty="0"/>
              <a:t>Asymmetric: “</a:t>
            </a:r>
            <a:r>
              <a:rPr lang="en-US" sz="2400" i="1" dirty="0">
                <a:latin typeface="Courier New" panose="02070309020205020404" pitchFamily="49" charset="0"/>
                <a:cs typeface="Courier New" panose="02070309020205020404" pitchFamily="49" charset="0"/>
              </a:rPr>
              <a:t>Who are you?</a:t>
            </a:r>
            <a:r>
              <a:rPr lang="en-US" sz="2400" dirty="0"/>
              <a:t>”</a:t>
            </a:r>
          </a:p>
          <a:p>
            <a:pPr marL="457200" indent="-457200">
              <a:buFont typeface="+mj-lt"/>
              <a:buAutoNum type="arabicPeriod"/>
            </a:pPr>
            <a:r>
              <a:rPr lang="en-US" sz="2400" b="1" dirty="0"/>
              <a:t>Diffie-Hellman</a:t>
            </a:r>
            <a:r>
              <a:rPr lang="en-US" sz="2400" dirty="0"/>
              <a:t>: “</a:t>
            </a:r>
            <a:r>
              <a:rPr lang="en-US" sz="2400" i="1" dirty="0">
                <a:latin typeface="Courier New" panose="02070309020205020404" pitchFamily="49" charset="0"/>
                <a:cs typeface="Courier New" panose="02070309020205020404" pitchFamily="49" charset="0"/>
              </a:rPr>
              <a:t>How do we talk?</a:t>
            </a:r>
            <a:r>
              <a:rPr lang="en-US" sz="2400" dirty="0"/>
              <a:t>”</a:t>
            </a:r>
          </a:p>
          <a:p>
            <a:pPr marL="457200" indent="-457200">
              <a:buFont typeface="+mj-lt"/>
              <a:buAutoNum type="arabicPeriod"/>
            </a:pPr>
            <a:r>
              <a:rPr lang="en-US" sz="2400" dirty="0"/>
              <a:t>Symmetric: “</a:t>
            </a:r>
            <a:r>
              <a:rPr lang="en-US" sz="2400" i="1" dirty="0">
                <a:latin typeface="Courier New" panose="02070309020205020404" pitchFamily="49" charset="0"/>
                <a:cs typeface="Courier New" panose="02070309020205020404" pitchFamily="49" charset="0"/>
              </a:rPr>
              <a:t>Let’s talk!</a:t>
            </a:r>
            <a:r>
              <a:rPr lang="en-US" sz="2400" dirty="0"/>
              <a:t>”</a:t>
            </a:r>
          </a:p>
          <a:p>
            <a:endParaRPr lang="en-US" sz="2400" dirty="0"/>
          </a:p>
          <a:p>
            <a:pPr marL="342900" indent="-342900">
              <a:buFont typeface="Arial" panose="020B0604020202020204" pitchFamily="34" charset="0"/>
              <a:buChar char="•"/>
            </a:pPr>
            <a:endParaRPr lang="it-IT" sz="2400" dirty="0"/>
          </a:p>
        </p:txBody>
      </p:sp>
      <p:pic>
        <p:nvPicPr>
          <p:cNvPr id="8194" name="Picture 2" descr="Diffie–Hellman key exchange - Wikipedia">
            <a:extLst>
              <a:ext uri="{FF2B5EF4-FFF2-40B4-BE49-F238E27FC236}">
                <a16:creationId xmlns:a16="http://schemas.microsoft.com/office/drawing/2014/main" id="{58465F2E-D9CA-0D5E-3A53-7F2BC6EAA3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2184" y="829799"/>
            <a:ext cx="3456384" cy="51984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403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6F48C82-0EFA-69E8-2F66-42812D509754}"/>
              </a:ext>
            </a:extLst>
          </p:cNvPr>
          <p:cNvSpPr>
            <a:spLocks noGrp="1"/>
          </p:cNvSpPr>
          <p:nvPr>
            <p:ph type="title"/>
          </p:nvPr>
        </p:nvSpPr>
        <p:spPr/>
        <p:txBody>
          <a:bodyPr/>
          <a:lstStyle/>
          <a:p>
            <a:r>
              <a:rPr lang="it-IT" sz="3800" dirty="0"/>
              <a:t>KeyAgreement</a:t>
            </a:r>
          </a:p>
        </p:txBody>
      </p:sp>
      <p:sp>
        <p:nvSpPr>
          <p:cNvPr id="3" name="Segnaposto testo 2">
            <a:extLst>
              <a:ext uri="{FF2B5EF4-FFF2-40B4-BE49-F238E27FC236}">
                <a16:creationId xmlns:a16="http://schemas.microsoft.com/office/drawing/2014/main" id="{CF210B8F-5294-633B-D1B5-5CE57674741E}"/>
              </a:ext>
            </a:extLst>
          </p:cNvPr>
          <p:cNvSpPr>
            <a:spLocks noGrp="1"/>
          </p:cNvSpPr>
          <p:nvPr>
            <p:ph type="body" sz="quarter" idx="11"/>
          </p:nvPr>
        </p:nvSpPr>
        <p:spPr>
          <a:xfrm>
            <a:off x="527051" y="1412875"/>
            <a:ext cx="11233149" cy="2448173"/>
          </a:xfrm>
        </p:spPr>
        <p:txBody>
          <a:bodyPr/>
          <a:lstStyle/>
          <a:p>
            <a:pPr marL="342900" indent="-342900">
              <a:buFont typeface="Arial" panose="020B0604020202020204" pitchFamily="34" charset="0"/>
              <a:buChar char="•"/>
            </a:pPr>
            <a:r>
              <a:rPr lang="en-US" sz="2200" dirty="0"/>
              <a:t>Key agreement is a protocol by which 2 or more parties can establish the same cryptographic keys, </a:t>
            </a:r>
            <a:r>
              <a:rPr lang="en-US" sz="2200" u="sng" dirty="0"/>
              <a:t>without having to exchange any secret information</a:t>
            </a:r>
            <a:r>
              <a:rPr lang="en-US" sz="2200" dirty="0"/>
              <a:t>.</a:t>
            </a:r>
          </a:p>
          <a:p>
            <a:pPr marL="342900" indent="-342900">
              <a:buFont typeface="Arial" panose="020B0604020202020204" pitchFamily="34" charset="0"/>
              <a:buChar char="•"/>
            </a:pPr>
            <a:r>
              <a:rPr lang="en-US" sz="2200" dirty="0"/>
              <a:t>Each party initializes their key agreement object with their private key and then enters the public keys for each party that will participate in the communication. </a:t>
            </a:r>
          </a:p>
          <a:p>
            <a:pPr marL="342900" indent="-342900">
              <a:buFont typeface="Arial" panose="020B0604020202020204" pitchFamily="34" charset="0"/>
              <a:buChar char="•"/>
            </a:pPr>
            <a:r>
              <a:rPr lang="en-US" sz="2200" dirty="0"/>
              <a:t>When all the public keys have been entered, each KeyAgreement object will generate the same key.</a:t>
            </a:r>
          </a:p>
          <a:p>
            <a:pPr marL="342900" indent="-342900">
              <a:buFont typeface="Arial" panose="020B0604020202020204" pitchFamily="34" charset="0"/>
              <a:buChar char="•"/>
            </a:pPr>
            <a:endParaRPr lang="it-IT" sz="2200" dirty="0"/>
          </a:p>
        </p:txBody>
      </p:sp>
      <p:pic>
        <p:nvPicPr>
          <p:cNvPr id="9218" name="Picture 2" descr="Description of Figure 2-15 follows">
            <a:extLst>
              <a:ext uri="{FF2B5EF4-FFF2-40B4-BE49-F238E27FC236}">
                <a16:creationId xmlns:a16="http://schemas.microsoft.com/office/drawing/2014/main" id="{83EDBABC-082D-3FA3-7555-1ED881C1B9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6271" y="3974546"/>
            <a:ext cx="5434708" cy="2503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1802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8687B-67B6-0BE8-AFC6-7F9133A6F3C2}"/>
              </a:ext>
            </a:extLst>
          </p:cNvPr>
          <p:cNvSpPr>
            <a:spLocks noGrp="1"/>
          </p:cNvSpPr>
          <p:nvPr>
            <p:ph type="title"/>
          </p:nvPr>
        </p:nvSpPr>
        <p:spPr>
          <a:xfrm>
            <a:off x="527050" y="380269"/>
            <a:ext cx="10897541" cy="792088"/>
          </a:xfrm>
        </p:spPr>
        <p:txBody>
          <a:bodyPr/>
          <a:lstStyle/>
          <a:p>
            <a:r>
              <a:rPr lang="it-IT" sz="3800" dirty="0" err="1"/>
              <a:t>Creating</a:t>
            </a:r>
            <a:r>
              <a:rPr lang="it-IT" sz="3800" dirty="0"/>
              <a:t> and </a:t>
            </a:r>
            <a:r>
              <a:rPr lang="it-IT" sz="3800" dirty="0" err="1"/>
              <a:t>Initializing</a:t>
            </a:r>
            <a:r>
              <a:rPr lang="it-IT" sz="3800" dirty="0"/>
              <a:t> a KeyAgreement </a:t>
            </a:r>
            <a:r>
              <a:rPr lang="it-IT" sz="3800" dirty="0" err="1"/>
              <a:t>object</a:t>
            </a:r>
            <a:endParaRPr lang="it-IT" sz="3800" dirty="0"/>
          </a:p>
        </p:txBody>
      </p:sp>
      <p:sp>
        <p:nvSpPr>
          <p:cNvPr id="3" name="Segnaposto testo 2">
            <a:extLst>
              <a:ext uri="{FF2B5EF4-FFF2-40B4-BE49-F238E27FC236}">
                <a16:creationId xmlns:a16="http://schemas.microsoft.com/office/drawing/2014/main" id="{E7C4C02F-FB2D-6DA7-D5E1-1D9EA05046EE}"/>
              </a:ext>
            </a:extLst>
          </p:cNvPr>
          <p:cNvSpPr>
            <a:spLocks noGrp="1"/>
          </p:cNvSpPr>
          <p:nvPr>
            <p:ph type="body" sz="quarter" idx="11"/>
          </p:nvPr>
        </p:nvSpPr>
        <p:spPr/>
        <p:txBody>
          <a:bodyPr/>
          <a:lstStyle/>
          <a:p>
            <a:pPr marL="457200" indent="-457200">
              <a:buFont typeface="Arial" panose="020B0604020202020204" pitchFamily="34" charset="0"/>
              <a:buChar char="•"/>
            </a:pPr>
            <a:r>
              <a:rPr lang="it-IT" sz="2400" dirty="0" err="1"/>
              <a:t>Obtain</a:t>
            </a:r>
            <a:r>
              <a:rPr lang="it-IT" sz="2400" dirty="0"/>
              <a:t> a </a:t>
            </a:r>
            <a:r>
              <a:rPr lang="it-IT" sz="2400" dirty="0" err="1"/>
              <a:t>KeyAgremeent</a:t>
            </a:r>
            <a:r>
              <a:rPr lang="it-IT" sz="2400" dirty="0"/>
              <a:t> </a:t>
            </a:r>
            <a:r>
              <a:rPr lang="it-IT" sz="2400" dirty="0" err="1"/>
              <a:t>object</a:t>
            </a:r>
            <a:r>
              <a:rPr lang="it-IT" sz="2400" dirty="0"/>
              <a:t> with:</a:t>
            </a:r>
          </a:p>
          <a:p>
            <a:pPr marL="457200" indent="-457200">
              <a:buFont typeface="Arial" panose="020B0604020202020204" pitchFamily="34" charset="0"/>
              <a:buChar char="•"/>
            </a:pPr>
            <a:endParaRPr lang="it-IT" sz="2400" dirty="0"/>
          </a:p>
          <a:p>
            <a:pPr algn="ctr"/>
            <a:r>
              <a:rPr lang="it-IT" sz="2400" dirty="0">
                <a:highlight>
                  <a:srgbClr val="C0C0C0"/>
                </a:highlight>
                <a:latin typeface="Courier New" panose="02070309020205020404" pitchFamily="49" charset="0"/>
              </a:rPr>
              <a:t>public </a:t>
            </a:r>
            <a:r>
              <a:rPr lang="it-IT" sz="2400" dirty="0" err="1">
                <a:highlight>
                  <a:srgbClr val="C0C0C0"/>
                </a:highlight>
                <a:latin typeface="Courier New" panose="02070309020205020404" pitchFamily="49" charset="0"/>
              </a:rPr>
              <a:t>static</a:t>
            </a:r>
            <a:r>
              <a:rPr lang="it-IT" sz="2400" dirty="0">
                <a:highlight>
                  <a:srgbClr val="C0C0C0"/>
                </a:highlight>
                <a:latin typeface="Courier New" panose="02070309020205020404" pitchFamily="49" charset="0"/>
              </a:rPr>
              <a:t> KeyAgreement getInstance(</a:t>
            </a:r>
            <a:r>
              <a:rPr lang="it-IT" sz="2400" dirty="0" err="1">
                <a:highlight>
                  <a:srgbClr val="C0C0C0"/>
                </a:highlight>
                <a:latin typeface="Courier New" panose="02070309020205020404" pitchFamily="49" charset="0"/>
              </a:rPr>
              <a:t>String</a:t>
            </a:r>
            <a:r>
              <a:rPr lang="it-IT" sz="2400" dirty="0">
                <a:highlight>
                  <a:srgbClr val="C0C0C0"/>
                </a:highlight>
                <a:latin typeface="Courier New" panose="02070309020205020404" pitchFamily="49" charset="0"/>
              </a:rPr>
              <a:t> </a:t>
            </a:r>
            <a:r>
              <a:rPr lang="it-IT" sz="2400" dirty="0" err="1">
                <a:highlight>
                  <a:srgbClr val="C0C0C0"/>
                </a:highlight>
                <a:latin typeface="Courier New" panose="02070309020205020404" pitchFamily="49" charset="0"/>
              </a:rPr>
              <a:t>algorithm</a:t>
            </a:r>
            <a:r>
              <a:rPr lang="it-IT" sz="2400" dirty="0">
                <a:highlight>
                  <a:srgbClr val="C0C0C0"/>
                </a:highlight>
                <a:latin typeface="Courier New" panose="02070309020205020404" pitchFamily="49" charset="0"/>
              </a:rPr>
              <a:t>)</a:t>
            </a:r>
          </a:p>
          <a:p>
            <a:pPr algn="ctr"/>
            <a:endParaRPr lang="it-IT" sz="2400" dirty="0">
              <a:highlight>
                <a:srgbClr val="C0C0C0"/>
              </a:highlight>
              <a:latin typeface="Courier New" panose="02070309020205020404" pitchFamily="49" charset="0"/>
            </a:endParaRPr>
          </a:p>
          <a:p>
            <a:pPr marL="457200" indent="-457200">
              <a:buFont typeface="Arial" panose="020B0604020202020204" pitchFamily="34" charset="0"/>
              <a:buChar char="•"/>
            </a:pPr>
            <a:r>
              <a:rPr lang="it-IT" sz="2400" dirty="0" err="1"/>
              <a:t>Initialize</a:t>
            </a:r>
            <a:r>
              <a:rPr lang="it-IT" sz="2400" dirty="0"/>
              <a:t> a KeyAgreement </a:t>
            </a:r>
            <a:r>
              <a:rPr lang="it-IT" sz="2400" dirty="0" err="1"/>
              <a:t>object</a:t>
            </a:r>
            <a:r>
              <a:rPr lang="it-IT" sz="2400" dirty="0"/>
              <a:t> with:</a:t>
            </a:r>
          </a:p>
          <a:p>
            <a:pPr marL="457200" indent="-457200">
              <a:buFont typeface="Arial" panose="020B0604020202020204" pitchFamily="34" charset="0"/>
              <a:buChar char="•"/>
            </a:pPr>
            <a:endParaRPr lang="it-IT" sz="2400" dirty="0"/>
          </a:p>
          <a:p>
            <a:pPr algn="ctr"/>
            <a:r>
              <a:rPr lang="en-US" sz="2400" dirty="0">
                <a:highlight>
                  <a:srgbClr val="C0C0C0"/>
                </a:highlight>
                <a:latin typeface="Courier New" panose="02070309020205020404" pitchFamily="49" charset="0"/>
              </a:rPr>
              <a:t>public void </a:t>
            </a:r>
            <a:r>
              <a:rPr lang="en-US" sz="2400" dirty="0" err="1">
                <a:highlight>
                  <a:srgbClr val="C0C0C0"/>
                </a:highlight>
                <a:latin typeface="Courier New" panose="02070309020205020404" pitchFamily="49" charset="0"/>
              </a:rPr>
              <a:t>init</a:t>
            </a:r>
            <a:r>
              <a:rPr lang="en-US" sz="2400" dirty="0">
                <a:highlight>
                  <a:srgbClr val="C0C0C0"/>
                </a:highlight>
                <a:latin typeface="Courier New" panose="02070309020205020404" pitchFamily="49" charset="0"/>
              </a:rPr>
              <a:t>(Key key);</a:t>
            </a:r>
            <a:endParaRPr lang="it-IT" sz="2400" dirty="0">
              <a:highlight>
                <a:srgbClr val="C0C0C0"/>
              </a:highlight>
              <a:latin typeface="Courier New" panose="02070309020205020404" pitchFamily="49" charset="0"/>
            </a:endParaRPr>
          </a:p>
          <a:p>
            <a:pPr marL="457200" indent="-457200">
              <a:buFont typeface="Arial" panose="020B0604020202020204" pitchFamily="34" charset="0"/>
              <a:buChar char="•"/>
            </a:pPr>
            <a:endParaRPr lang="it-IT" sz="2400" dirty="0"/>
          </a:p>
          <a:p>
            <a:pPr marL="457200" indent="-457200">
              <a:buFont typeface="Arial" panose="020B0604020202020204" pitchFamily="34" charset="0"/>
              <a:buChar char="•"/>
            </a:pPr>
            <a:endParaRPr lang="it-IT" sz="2400" dirty="0"/>
          </a:p>
          <a:p>
            <a:pPr marL="457200" indent="-457200">
              <a:buFont typeface="Arial" panose="020B0604020202020204" pitchFamily="34" charset="0"/>
              <a:buChar char="•"/>
            </a:pPr>
            <a:endParaRPr lang="it-IT" sz="2400" dirty="0"/>
          </a:p>
        </p:txBody>
      </p:sp>
      <p:sp>
        <p:nvSpPr>
          <p:cNvPr id="4" name="CasellaDiTesto 3">
            <a:extLst>
              <a:ext uri="{FF2B5EF4-FFF2-40B4-BE49-F238E27FC236}">
                <a16:creationId xmlns:a16="http://schemas.microsoft.com/office/drawing/2014/main" id="{34192CDC-E7B3-98DC-50D1-742810FD6718}"/>
              </a:ext>
            </a:extLst>
          </p:cNvPr>
          <p:cNvSpPr txBox="1"/>
          <p:nvPr/>
        </p:nvSpPr>
        <p:spPr>
          <a:xfrm>
            <a:off x="4295800" y="5013176"/>
            <a:ext cx="3600400" cy="1631216"/>
          </a:xfrm>
          <a:prstGeom prst="rect">
            <a:avLst/>
          </a:prstGeom>
          <a:noFill/>
        </p:spPr>
        <p:txBody>
          <a:bodyPr wrap="square" rtlCol="0">
            <a:spAutoFit/>
          </a:bodyPr>
          <a:lstStyle/>
          <a:p>
            <a:pPr algn="ctr"/>
            <a:r>
              <a:rPr lang="it-IT" sz="2000" b="1" u="sng" dirty="0" err="1"/>
              <a:t>Possible</a:t>
            </a:r>
            <a:r>
              <a:rPr lang="it-IT" sz="2000" b="1" u="sng" dirty="0"/>
              <a:t> </a:t>
            </a:r>
            <a:r>
              <a:rPr lang="it-IT" sz="2000" b="1" u="sng" dirty="0" err="1"/>
              <a:t>algorithms</a:t>
            </a:r>
            <a:r>
              <a:rPr lang="it-IT" sz="2000" b="1" u="sng" dirty="0"/>
              <a:t>:</a:t>
            </a:r>
          </a:p>
          <a:p>
            <a:endParaRPr lang="it-IT" sz="2000" dirty="0"/>
          </a:p>
          <a:p>
            <a:pPr marL="342900" indent="-342900">
              <a:buFont typeface="Arial" panose="020B0604020202020204" pitchFamily="34" charset="0"/>
              <a:buChar char="•"/>
            </a:pPr>
            <a:r>
              <a:rPr lang="en-US" sz="2000" dirty="0" err="1"/>
              <a:t>DiffieHellman</a:t>
            </a:r>
            <a:endParaRPr lang="en-US" sz="2000" dirty="0"/>
          </a:p>
          <a:p>
            <a:pPr marL="342900" indent="-342900">
              <a:buFont typeface="Arial" panose="020B0604020202020204" pitchFamily="34" charset="0"/>
              <a:buChar char="•"/>
            </a:pPr>
            <a:r>
              <a:rPr lang="en-US" sz="2000" dirty="0"/>
              <a:t>ECDH</a:t>
            </a:r>
          </a:p>
          <a:p>
            <a:pPr marL="342900" indent="-342900">
              <a:buFont typeface="Arial" panose="020B0604020202020204" pitchFamily="34" charset="0"/>
              <a:buChar char="•"/>
            </a:pPr>
            <a:r>
              <a:rPr lang="en-US" sz="2000" dirty="0"/>
              <a:t>ECMQV</a:t>
            </a:r>
          </a:p>
        </p:txBody>
      </p:sp>
    </p:spTree>
    <p:extLst>
      <p:ext uri="{BB962C8B-B14F-4D97-AF65-F5344CB8AC3E}">
        <p14:creationId xmlns:p14="http://schemas.microsoft.com/office/powerpoint/2010/main" val="6386642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1988F491-D448-ACC4-9E28-7F2B35F0F5D5}"/>
              </a:ext>
            </a:extLst>
          </p:cNvPr>
          <p:cNvSpPr>
            <a:spLocks noGrp="1"/>
          </p:cNvSpPr>
          <p:nvPr>
            <p:ph type="body" sz="quarter" idx="11"/>
          </p:nvPr>
        </p:nvSpPr>
        <p:spPr>
          <a:xfrm>
            <a:off x="527051" y="1412875"/>
            <a:ext cx="11041557" cy="4320381"/>
          </a:xfrm>
        </p:spPr>
        <p:txBody>
          <a:bodyPr/>
          <a:lstStyle/>
          <a:p>
            <a:pPr marL="342900" indent="-342900">
              <a:buFont typeface="Arial" panose="020B0604020202020204" pitchFamily="34" charset="0"/>
              <a:buChar char="•"/>
            </a:pPr>
            <a:r>
              <a:rPr lang="en-US" sz="2400" noProof="0" dirty="0"/>
              <a:t>Every key agreement protocol consists of a number of phases that need to be executed by each party involved in the key agreement.</a:t>
            </a:r>
          </a:p>
          <a:p>
            <a:pPr marL="342900" indent="-342900">
              <a:buFont typeface="Arial" panose="020B0604020202020204" pitchFamily="34" charset="0"/>
              <a:buChar char="•"/>
            </a:pPr>
            <a:endParaRPr lang="en-US" sz="2400" noProof="0" dirty="0"/>
          </a:p>
          <a:p>
            <a:pPr marL="342900" indent="-342900">
              <a:buFont typeface="Arial" panose="020B0604020202020204" pitchFamily="34" charset="0"/>
              <a:buChar char="•"/>
            </a:pPr>
            <a:r>
              <a:rPr lang="en-US" sz="2400" noProof="0" dirty="0"/>
              <a:t>To execute the next phase in the key agreement, call the </a:t>
            </a:r>
            <a:r>
              <a:rPr lang="en-US" sz="2400" noProof="0" dirty="0" err="1"/>
              <a:t>doPhase</a:t>
            </a:r>
            <a:r>
              <a:rPr lang="en-US" sz="2400" noProof="0" dirty="0"/>
              <a:t> method:</a:t>
            </a:r>
          </a:p>
          <a:p>
            <a:endParaRPr lang="en-US" sz="2400" dirty="0"/>
          </a:p>
          <a:p>
            <a:pPr algn="ctr"/>
            <a:r>
              <a:rPr lang="en-US" sz="2400" dirty="0">
                <a:highlight>
                  <a:srgbClr val="C0C0C0"/>
                </a:highlight>
                <a:latin typeface="Courier New" panose="02070309020205020404" pitchFamily="49" charset="0"/>
              </a:rPr>
              <a:t>public Key </a:t>
            </a:r>
            <a:r>
              <a:rPr lang="en-US" sz="2400" dirty="0" err="1">
                <a:highlight>
                  <a:srgbClr val="C0C0C0"/>
                </a:highlight>
                <a:latin typeface="Courier New" panose="02070309020205020404" pitchFamily="49" charset="0"/>
              </a:rPr>
              <a:t>doPhase</a:t>
            </a:r>
            <a:r>
              <a:rPr lang="en-US" sz="2400" dirty="0">
                <a:highlight>
                  <a:srgbClr val="C0C0C0"/>
                </a:highlight>
                <a:latin typeface="Courier New" panose="02070309020205020404" pitchFamily="49" charset="0"/>
              </a:rPr>
              <a:t>(Key </a:t>
            </a:r>
            <a:r>
              <a:rPr lang="en-US" sz="2400" dirty="0" err="1">
                <a:highlight>
                  <a:srgbClr val="C0C0C0"/>
                </a:highlight>
                <a:latin typeface="Courier New" panose="02070309020205020404" pitchFamily="49" charset="0"/>
              </a:rPr>
              <a:t>key</a:t>
            </a:r>
            <a:r>
              <a:rPr lang="en-US" sz="2400" dirty="0">
                <a:highlight>
                  <a:srgbClr val="C0C0C0"/>
                </a:highlight>
                <a:latin typeface="Courier New" panose="02070309020205020404" pitchFamily="49" charset="0"/>
              </a:rPr>
              <a:t>, </a:t>
            </a:r>
            <a:r>
              <a:rPr lang="en-US" sz="2400" dirty="0" err="1">
                <a:highlight>
                  <a:srgbClr val="C0C0C0"/>
                </a:highlight>
                <a:latin typeface="Courier New" panose="02070309020205020404" pitchFamily="49" charset="0"/>
              </a:rPr>
              <a:t>boolean</a:t>
            </a:r>
            <a:r>
              <a:rPr lang="en-US" sz="2400" dirty="0">
                <a:highlight>
                  <a:srgbClr val="C0C0C0"/>
                </a:highlight>
                <a:latin typeface="Courier New" panose="02070309020205020404" pitchFamily="49" charset="0"/>
              </a:rPr>
              <a:t> </a:t>
            </a:r>
            <a:r>
              <a:rPr lang="en-US" sz="2400" dirty="0" err="1">
                <a:highlight>
                  <a:srgbClr val="C0C0C0"/>
                </a:highlight>
                <a:latin typeface="Courier New" panose="02070309020205020404" pitchFamily="49" charset="0"/>
              </a:rPr>
              <a:t>lastPhase</a:t>
            </a:r>
            <a:r>
              <a:rPr lang="en-US" sz="2400" dirty="0">
                <a:highlight>
                  <a:srgbClr val="C0C0C0"/>
                </a:highlight>
                <a:latin typeface="Courier New" panose="02070309020205020404" pitchFamily="49" charset="0"/>
              </a:rPr>
              <a:t>);</a:t>
            </a:r>
          </a:p>
          <a:p>
            <a:endParaRPr lang="en-US" sz="2400" noProof="0" dirty="0"/>
          </a:p>
          <a:p>
            <a:pPr marL="342900" indent="-342900">
              <a:buFont typeface="Arial" panose="020B0604020202020204" pitchFamily="34" charset="0"/>
              <a:buChar char="•"/>
            </a:pPr>
            <a:r>
              <a:rPr lang="en-US" sz="2400" noProof="0" dirty="0"/>
              <a:t>The </a:t>
            </a:r>
            <a:r>
              <a:rPr lang="en-US" sz="2400" i="1" dirty="0">
                <a:latin typeface="Courier New" panose="02070309020205020404" pitchFamily="49" charset="0"/>
                <a:cs typeface="Courier New" panose="02070309020205020404" pitchFamily="49" charset="0"/>
              </a:rPr>
              <a:t>key</a:t>
            </a:r>
            <a:r>
              <a:rPr lang="en-US" sz="2400" noProof="0" dirty="0"/>
              <a:t> parameter contains the key to be processed by that phase. In most cases, this is the public key of one of the other parties involved in the key agreement, or an intermediate key that was generated by a previous phase.</a:t>
            </a:r>
          </a:p>
          <a:p>
            <a:pPr marL="342900" indent="-342900">
              <a:buFont typeface="Arial" panose="020B0604020202020204" pitchFamily="34" charset="0"/>
              <a:buChar char="•"/>
            </a:pPr>
            <a:r>
              <a:rPr lang="en-US" sz="2400" noProof="0" dirty="0"/>
              <a:t>The </a:t>
            </a:r>
            <a:r>
              <a:rPr lang="en-US" sz="2400" i="1" dirty="0" err="1">
                <a:latin typeface="Courier New" panose="02070309020205020404" pitchFamily="49" charset="0"/>
                <a:cs typeface="Courier New" panose="02070309020205020404" pitchFamily="49" charset="0"/>
              </a:rPr>
              <a:t>lastPhase</a:t>
            </a:r>
            <a:r>
              <a:rPr lang="en-US" sz="2400" noProof="0" dirty="0"/>
              <a:t> parameter specifies whether or not the phase to be executed is the last one in the key agreement.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noProof="0" dirty="0"/>
          </a:p>
          <a:p>
            <a:pPr marL="342900" indent="-342900">
              <a:buFont typeface="Arial" panose="020B0604020202020204" pitchFamily="34" charset="0"/>
              <a:buChar char="•"/>
            </a:pPr>
            <a:endParaRPr lang="en-US" sz="2400" noProof="0" dirty="0"/>
          </a:p>
          <a:p>
            <a:br>
              <a:rPr lang="en-GB" sz="2400" noProof="0" dirty="0"/>
            </a:br>
            <a:endParaRPr lang="en-GB" sz="2400" noProof="0" dirty="0"/>
          </a:p>
        </p:txBody>
      </p:sp>
      <p:sp>
        <p:nvSpPr>
          <p:cNvPr id="4" name="Titolo 1">
            <a:extLst>
              <a:ext uri="{FF2B5EF4-FFF2-40B4-BE49-F238E27FC236}">
                <a16:creationId xmlns:a16="http://schemas.microsoft.com/office/drawing/2014/main" id="{5793A4AD-906E-2A0E-E50C-5CC7B72F3DAA}"/>
              </a:ext>
            </a:extLst>
          </p:cNvPr>
          <p:cNvSpPr>
            <a:spLocks noGrp="1"/>
          </p:cNvSpPr>
          <p:nvPr>
            <p:ph type="title"/>
          </p:nvPr>
        </p:nvSpPr>
        <p:spPr>
          <a:xfrm>
            <a:off x="527051" y="380269"/>
            <a:ext cx="8424862" cy="792088"/>
          </a:xfrm>
        </p:spPr>
        <p:txBody>
          <a:bodyPr/>
          <a:lstStyle/>
          <a:p>
            <a:r>
              <a:rPr lang="it-IT" sz="3800" dirty="0"/>
              <a:t>Using a KeyAgreement </a:t>
            </a:r>
            <a:r>
              <a:rPr lang="it-IT" sz="3800" dirty="0" err="1"/>
              <a:t>object</a:t>
            </a:r>
            <a:r>
              <a:rPr lang="it-IT" sz="3800" dirty="0"/>
              <a:t> - 1</a:t>
            </a:r>
            <a:endParaRPr lang="en-GB" sz="3800" noProof="0" dirty="0"/>
          </a:p>
        </p:txBody>
      </p:sp>
    </p:spTree>
    <p:extLst>
      <p:ext uri="{BB962C8B-B14F-4D97-AF65-F5344CB8AC3E}">
        <p14:creationId xmlns:p14="http://schemas.microsoft.com/office/powerpoint/2010/main" val="28053608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C4A04-E5CA-01A3-A6B5-FF69F8BD3949}"/>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75250C10-6FC2-AC6C-BCFF-4B98B3790CA0}"/>
              </a:ext>
            </a:extLst>
          </p:cNvPr>
          <p:cNvSpPr>
            <a:spLocks noGrp="1"/>
          </p:cNvSpPr>
          <p:nvPr>
            <p:ph type="body" sz="quarter" idx="11"/>
          </p:nvPr>
        </p:nvSpPr>
        <p:spPr>
          <a:xfrm>
            <a:off x="527051" y="1412875"/>
            <a:ext cx="11041557" cy="4320381"/>
          </a:xfrm>
        </p:spPr>
        <p:txBody>
          <a:bodyPr/>
          <a:lstStyle/>
          <a:p>
            <a:pPr marL="342900" indent="-342900">
              <a:buFont typeface="Arial" panose="020B0604020202020204" pitchFamily="34" charset="0"/>
              <a:buChar char="•"/>
            </a:pPr>
            <a:r>
              <a:rPr lang="en-US" sz="2400" noProof="0" dirty="0"/>
              <a:t>After each party has executed all the required key agreement phases, it can compute the shared secret by calling the </a:t>
            </a:r>
            <a:r>
              <a:rPr lang="en-US" sz="2400" i="1" dirty="0" err="1">
                <a:latin typeface="Courier New" panose="02070309020205020404" pitchFamily="49" charset="0"/>
                <a:cs typeface="Courier New" panose="02070309020205020404" pitchFamily="49" charset="0"/>
              </a:rPr>
              <a:t>generateSecret</a:t>
            </a:r>
            <a:r>
              <a:rPr lang="en-US" sz="2400" noProof="0" dirty="0"/>
              <a:t> method:</a:t>
            </a:r>
          </a:p>
          <a:p>
            <a:pPr marL="342900" indent="-342900">
              <a:buFont typeface="Arial" panose="020B0604020202020204" pitchFamily="34" charset="0"/>
              <a:buChar char="•"/>
            </a:pPr>
            <a:endParaRPr lang="en-US" sz="2400" noProof="0" dirty="0"/>
          </a:p>
          <a:p>
            <a:pPr marL="457200" indent="-457200" algn="ctr">
              <a:buFont typeface="+mj-lt"/>
              <a:buAutoNum type="arabicPeriod"/>
            </a:pPr>
            <a:r>
              <a:rPr lang="en-US" sz="2400" dirty="0">
                <a:highlight>
                  <a:srgbClr val="C0C0C0"/>
                </a:highlight>
                <a:latin typeface="Courier New" panose="02070309020205020404" pitchFamily="49" charset="0"/>
              </a:rPr>
              <a:t>public final byte[] </a:t>
            </a:r>
            <a:r>
              <a:rPr lang="en-US" sz="2400" dirty="0" err="1">
                <a:highlight>
                  <a:srgbClr val="C0C0C0"/>
                </a:highlight>
                <a:latin typeface="Courier New" panose="02070309020205020404" pitchFamily="49" charset="0"/>
              </a:rPr>
              <a:t>generateSecret</a:t>
            </a:r>
            <a:r>
              <a:rPr lang="en-US" sz="2400" dirty="0">
                <a:highlight>
                  <a:srgbClr val="C0C0C0"/>
                </a:highlight>
                <a:latin typeface="Courier New" panose="02070309020205020404" pitchFamily="49" charset="0"/>
              </a:rPr>
              <a:t>()</a:t>
            </a:r>
          </a:p>
          <a:p>
            <a:pPr marL="457200" indent="-457200" algn="ctr">
              <a:buFont typeface="+mj-lt"/>
              <a:buAutoNum type="arabicPeriod"/>
            </a:pPr>
            <a:endParaRPr lang="en-US" sz="2400" dirty="0">
              <a:highlight>
                <a:srgbClr val="C0C0C0"/>
              </a:highlight>
              <a:latin typeface="Courier New" panose="02070309020205020404" pitchFamily="49" charset="0"/>
            </a:endParaRPr>
          </a:p>
          <a:p>
            <a:pPr marL="457200" indent="-457200" algn="ctr">
              <a:buFont typeface="+mj-lt"/>
              <a:buAutoNum type="arabicPeriod"/>
            </a:pPr>
            <a:r>
              <a:rPr lang="en-US" sz="2400" strike="sngStrike" dirty="0">
                <a:highlight>
                  <a:srgbClr val="C0C0C0"/>
                </a:highlight>
                <a:latin typeface="Courier New" panose="02070309020205020404" pitchFamily="49" charset="0"/>
              </a:rPr>
              <a:t>public final </a:t>
            </a:r>
            <a:r>
              <a:rPr lang="en-US" sz="2400" strike="sngStrike" dirty="0" err="1">
                <a:highlight>
                  <a:srgbClr val="C0C0C0"/>
                </a:highlight>
                <a:latin typeface="Courier New" panose="02070309020205020404" pitchFamily="49" charset="0"/>
              </a:rPr>
              <a:t>SecretKey</a:t>
            </a:r>
            <a:r>
              <a:rPr lang="en-US" sz="2400" strike="sngStrike" dirty="0">
                <a:highlight>
                  <a:srgbClr val="C0C0C0"/>
                </a:highlight>
                <a:latin typeface="Courier New" panose="02070309020205020404" pitchFamily="49" charset="0"/>
              </a:rPr>
              <a:t> </a:t>
            </a:r>
            <a:r>
              <a:rPr lang="en-US" sz="2400" strike="sngStrike" dirty="0" err="1">
                <a:highlight>
                  <a:srgbClr val="C0C0C0"/>
                </a:highlight>
                <a:latin typeface="Courier New" panose="02070309020205020404" pitchFamily="49" charset="0"/>
              </a:rPr>
              <a:t>generateSecret</a:t>
            </a:r>
            <a:r>
              <a:rPr lang="en-US" sz="2400" strike="sngStrike" dirty="0">
                <a:highlight>
                  <a:srgbClr val="C0C0C0"/>
                </a:highlight>
                <a:latin typeface="Courier New" panose="02070309020205020404" pitchFamily="49" charset="0"/>
              </a:rPr>
              <a:t>(String algorithm)</a:t>
            </a:r>
          </a:p>
          <a:p>
            <a:pPr algn="ctr"/>
            <a:endParaRPr lang="en-US" sz="2400" strike="sngStrike" dirty="0">
              <a:highlight>
                <a:srgbClr val="C0C0C0"/>
              </a:highlight>
              <a:latin typeface="Courier New" panose="02070309020205020404" pitchFamily="49" charset="0"/>
            </a:endParaRPr>
          </a:p>
          <a:p>
            <a:pPr marL="342900" indent="-342900">
              <a:buFont typeface="Arial" panose="020B0604020202020204" pitchFamily="34" charset="0"/>
              <a:buChar char="•"/>
            </a:pPr>
            <a:r>
              <a:rPr lang="en-US" sz="2400" noProof="0" dirty="0"/>
              <a:t>The generated secret is a point on a curve or a number in a cyclic group. Although it is secret, its bits are not distributed perfectly randomly (that’s why you should not use the second method).</a:t>
            </a:r>
          </a:p>
          <a:p>
            <a:pPr marL="342900" indent="-342900">
              <a:buFont typeface="Arial" panose="020B0604020202020204" pitchFamily="34" charset="0"/>
              <a:buChar char="•"/>
            </a:pPr>
            <a:r>
              <a:rPr lang="en-US" sz="2400" noProof="0" dirty="0"/>
              <a:t>According to modern standards, a shared secret should never be directly used. It must always go through a KDF (a hashing function is good as well).</a:t>
            </a:r>
          </a:p>
          <a:p>
            <a:br>
              <a:rPr lang="en-GB" sz="2400" noProof="0" dirty="0"/>
            </a:br>
            <a:endParaRPr lang="en-GB" sz="2400" noProof="0" dirty="0"/>
          </a:p>
        </p:txBody>
      </p:sp>
      <p:sp>
        <p:nvSpPr>
          <p:cNvPr id="4" name="Titolo 1">
            <a:extLst>
              <a:ext uri="{FF2B5EF4-FFF2-40B4-BE49-F238E27FC236}">
                <a16:creationId xmlns:a16="http://schemas.microsoft.com/office/drawing/2014/main" id="{AD6E2B13-A61B-44F6-0305-F5904727962A}"/>
              </a:ext>
            </a:extLst>
          </p:cNvPr>
          <p:cNvSpPr>
            <a:spLocks noGrp="1"/>
          </p:cNvSpPr>
          <p:nvPr>
            <p:ph type="title"/>
          </p:nvPr>
        </p:nvSpPr>
        <p:spPr>
          <a:xfrm>
            <a:off x="527051" y="380269"/>
            <a:ext cx="8424862" cy="792088"/>
          </a:xfrm>
        </p:spPr>
        <p:txBody>
          <a:bodyPr/>
          <a:lstStyle/>
          <a:p>
            <a:r>
              <a:rPr lang="it-IT" sz="3800" dirty="0"/>
              <a:t>Using a KeyAgreement </a:t>
            </a:r>
            <a:r>
              <a:rPr lang="it-IT" sz="3800" dirty="0" err="1"/>
              <a:t>object</a:t>
            </a:r>
            <a:r>
              <a:rPr lang="it-IT" sz="3800" dirty="0"/>
              <a:t> - 2</a:t>
            </a:r>
            <a:endParaRPr lang="en-GB" sz="3800" noProof="0" dirty="0"/>
          </a:p>
        </p:txBody>
      </p:sp>
    </p:spTree>
    <p:extLst>
      <p:ext uri="{BB962C8B-B14F-4D97-AF65-F5344CB8AC3E}">
        <p14:creationId xmlns:p14="http://schemas.microsoft.com/office/powerpoint/2010/main" val="16357263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B8838-679E-0433-87FC-236F9192489C}"/>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F4F0D9F6-220A-C07B-282A-5842109617DC}"/>
              </a:ext>
            </a:extLst>
          </p:cNvPr>
          <p:cNvSpPr>
            <a:spLocks noGrp="1"/>
          </p:cNvSpPr>
          <p:nvPr>
            <p:ph type="body" sz="quarter" idx="11"/>
          </p:nvPr>
        </p:nvSpPr>
        <p:spPr>
          <a:xfrm>
            <a:off x="527051" y="1412875"/>
            <a:ext cx="11041557" cy="4320381"/>
          </a:xfrm>
        </p:spPr>
        <p:txBody>
          <a:bodyPr/>
          <a:lstStyle/>
          <a:p>
            <a:pPr marL="342900" indent="-342900">
              <a:buFont typeface="Arial" panose="020B0604020202020204" pitchFamily="34" charset="0"/>
              <a:buChar char="•"/>
            </a:pPr>
            <a:r>
              <a:rPr lang="en-US" sz="2400" dirty="0"/>
              <a:t>To obtain the </a:t>
            </a:r>
            <a:r>
              <a:rPr lang="en-US" sz="2400" dirty="0">
                <a:cs typeface="Courier New" panose="02070309020205020404" pitchFamily="49" charset="0"/>
              </a:rPr>
              <a:t>secret key</a:t>
            </a:r>
            <a:r>
              <a:rPr lang="en-US" sz="2400" dirty="0"/>
              <a:t> we can use </a:t>
            </a:r>
            <a:r>
              <a:rPr lang="en-US" sz="2400" b="1" dirty="0"/>
              <a:t>SHA-256</a:t>
            </a:r>
            <a:r>
              <a:rPr lang="en-US" sz="2400" dirty="0"/>
              <a:t> as a KDF.</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Then we can use </a:t>
            </a:r>
            <a:r>
              <a:rPr lang="en-US" sz="2400" i="1" dirty="0" err="1">
                <a:latin typeface="Courier New" panose="02070309020205020404" pitchFamily="49" charset="0"/>
                <a:cs typeface="Courier New" panose="02070309020205020404" pitchFamily="49" charset="0"/>
              </a:rPr>
              <a:t>SecretKeySpec</a:t>
            </a:r>
            <a:r>
              <a:rPr lang="en-US" sz="2400" dirty="0"/>
              <a:t> class to build a </a:t>
            </a:r>
            <a:r>
              <a:rPr lang="en-US" sz="2400" i="1" dirty="0" err="1">
                <a:latin typeface="Courier New" panose="02070309020205020404" pitchFamily="49" charset="0"/>
                <a:cs typeface="Courier New" panose="02070309020205020404" pitchFamily="49" charset="0"/>
              </a:rPr>
              <a:t>SecretKey</a:t>
            </a:r>
            <a:r>
              <a:rPr lang="en-US" sz="2400" dirty="0"/>
              <a:t> object from specifications.</a:t>
            </a:r>
            <a:br>
              <a:rPr lang="en-GB" sz="2400" noProof="0" dirty="0"/>
            </a:br>
            <a:endParaRPr lang="en-GB" sz="2400" dirty="0"/>
          </a:p>
          <a:p>
            <a:pPr algn="ctr"/>
            <a:r>
              <a:rPr lang="en-US" sz="2400" dirty="0">
                <a:highlight>
                  <a:srgbClr val="C0C0C0"/>
                </a:highlight>
                <a:latin typeface="Courier New" panose="02070309020205020404" pitchFamily="49" charset="0"/>
              </a:rPr>
              <a:t>public </a:t>
            </a:r>
            <a:r>
              <a:rPr lang="en-US" sz="2400" dirty="0" err="1">
                <a:highlight>
                  <a:srgbClr val="C0C0C0"/>
                </a:highlight>
                <a:latin typeface="Courier New" panose="02070309020205020404" pitchFamily="49" charset="0"/>
              </a:rPr>
              <a:t>SecretKeySpec</a:t>
            </a:r>
            <a:r>
              <a:rPr lang="en-US" sz="2400" dirty="0">
                <a:highlight>
                  <a:srgbClr val="C0C0C0"/>
                </a:highlight>
                <a:latin typeface="Courier New" panose="02070309020205020404" pitchFamily="49" charset="0"/>
              </a:rPr>
              <a:t>(byte[] key, String algorithm)</a:t>
            </a:r>
          </a:p>
          <a:p>
            <a:pPr marL="342900" indent="-342900">
              <a:buFont typeface="Arial" panose="020B0604020202020204" pitchFamily="34" charset="0"/>
              <a:buChar char="•"/>
            </a:pPr>
            <a:endParaRPr lang="en-GB" sz="2400" noProof="0" dirty="0"/>
          </a:p>
        </p:txBody>
      </p:sp>
      <p:sp>
        <p:nvSpPr>
          <p:cNvPr id="4" name="Titolo 1">
            <a:extLst>
              <a:ext uri="{FF2B5EF4-FFF2-40B4-BE49-F238E27FC236}">
                <a16:creationId xmlns:a16="http://schemas.microsoft.com/office/drawing/2014/main" id="{8FB82BD9-B0BD-F65B-0133-76E4AE519F64}"/>
              </a:ext>
            </a:extLst>
          </p:cNvPr>
          <p:cNvSpPr>
            <a:spLocks noGrp="1"/>
          </p:cNvSpPr>
          <p:nvPr>
            <p:ph type="title"/>
          </p:nvPr>
        </p:nvSpPr>
        <p:spPr>
          <a:xfrm>
            <a:off x="527051" y="380269"/>
            <a:ext cx="8424862" cy="792088"/>
          </a:xfrm>
        </p:spPr>
        <p:txBody>
          <a:bodyPr/>
          <a:lstStyle/>
          <a:p>
            <a:r>
              <a:rPr lang="it-IT" sz="3800" dirty="0" err="1"/>
              <a:t>Obtain</a:t>
            </a:r>
            <a:r>
              <a:rPr lang="it-IT" sz="3800" dirty="0"/>
              <a:t> the </a:t>
            </a:r>
            <a:r>
              <a:rPr lang="it-IT" sz="3800" dirty="0" err="1"/>
              <a:t>SecretKey</a:t>
            </a:r>
            <a:r>
              <a:rPr lang="it-IT" sz="3800" dirty="0"/>
              <a:t> </a:t>
            </a:r>
            <a:r>
              <a:rPr lang="it-IT" sz="3800" dirty="0" err="1"/>
              <a:t>object</a:t>
            </a:r>
            <a:endParaRPr lang="en-GB" sz="3800" noProof="0" dirty="0"/>
          </a:p>
        </p:txBody>
      </p:sp>
    </p:spTree>
    <p:extLst>
      <p:ext uri="{BB962C8B-B14F-4D97-AF65-F5344CB8AC3E}">
        <p14:creationId xmlns:p14="http://schemas.microsoft.com/office/powerpoint/2010/main" val="8835624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A0AEF-8C7D-A9B8-DFD6-9C7074E82D2F}"/>
            </a:ext>
          </a:extLst>
        </p:cNvPr>
        <p:cNvGrpSpPr/>
        <p:nvPr/>
      </p:nvGrpSpPr>
      <p:grpSpPr>
        <a:xfrm>
          <a:off x="0" y="0"/>
          <a:ext cx="0" cy="0"/>
          <a:chOff x="0" y="0"/>
          <a:chExt cx="0" cy="0"/>
        </a:xfrm>
      </p:grpSpPr>
      <p:sp>
        <p:nvSpPr>
          <p:cNvPr id="4" name="Titolo 1">
            <a:extLst>
              <a:ext uri="{FF2B5EF4-FFF2-40B4-BE49-F238E27FC236}">
                <a16:creationId xmlns:a16="http://schemas.microsoft.com/office/drawing/2014/main" id="{CEA0F674-8AA9-3E6B-53FE-7003F9EE3E99}"/>
              </a:ext>
            </a:extLst>
          </p:cNvPr>
          <p:cNvSpPr>
            <a:spLocks noGrp="1"/>
          </p:cNvSpPr>
          <p:nvPr>
            <p:ph type="title"/>
          </p:nvPr>
        </p:nvSpPr>
        <p:spPr>
          <a:xfrm>
            <a:off x="527051" y="380269"/>
            <a:ext cx="8424862" cy="792088"/>
          </a:xfrm>
        </p:spPr>
        <p:txBody>
          <a:bodyPr/>
          <a:lstStyle/>
          <a:p>
            <a:r>
              <a:rPr lang="it-IT" sz="3800" dirty="0"/>
              <a:t>DH </a:t>
            </a:r>
            <a:r>
              <a:rPr lang="it-IT" sz="3800" dirty="0" err="1"/>
              <a:t>Example</a:t>
            </a:r>
            <a:endParaRPr lang="en-GB" sz="3800" noProof="0" dirty="0"/>
          </a:p>
        </p:txBody>
      </p:sp>
      <p:pic>
        <p:nvPicPr>
          <p:cNvPr id="7" name="Immagine 6">
            <a:extLst>
              <a:ext uri="{FF2B5EF4-FFF2-40B4-BE49-F238E27FC236}">
                <a16:creationId xmlns:a16="http://schemas.microsoft.com/office/drawing/2014/main" id="{DFC626F1-4E89-0031-B1BA-2DA29DAE29A4}"/>
              </a:ext>
            </a:extLst>
          </p:cNvPr>
          <p:cNvPicPr>
            <a:picLocks noChangeAspect="1"/>
          </p:cNvPicPr>
          <p:nvPr/>
        </p:nvPicPr>
        <p:blipFill>
          <a:blip r:embed="rId2"/>
          <a:stretch>
            <a:fillRect/>
          </a:stretch>
        </p:blipFill>
        <p:spPr>
          <a:xfrm>
            <a:off x="191344" y="1340768"/>
            <a:ext cx="5768466" cy="4752528"/>
          </a:xfrm>
          <a:prstGeom prst="rect">
            <a:avLst/>
          </a:prstGeom>
        </p:spPr>
      </p:pic>
      <p:pic>
        <p:nvPicPr>
          <p:cNvPr id="9" name="Immagine 8">
            <a:extLst>
              <a:ext uri="{FF2B5EF4-FFF2-40B4-BE49-F238E27FC236}">
                <a16:creationId xmlns:a16="http://schemas.microsoft.com/office/drawing/2014/main" id="{5F0933CF-EFB2-E64A-98E6-9727EE6C574E}"/>
              </a:ext>
            </a:extLst>
          </p:cNvPr>
          <p:cNvPicPr>
            <a:picLocks noChangeAspect="1"/>
          </p:cNvPicPr>
          <p:nvPr/>
        </p:nvPicPr>
        <p:blipFill>
          <a:blip r:embed="rId3"/>
          <a:stretch>
            <a:fillRect/>
          </a:stretch>
        </p:blipFill>
        <p:spPr>
          <a:xfrm>
            <a:off x="4469631" y="1916832"/>
            <a:ext cx="7722369" cy="2232248"/>
          </a:xfrm>
          <a:prstGeom prst="rect">
            <a:avLst/>
          </a:prstGeom>
        </p:spPr>
      </p:pic>
      <p:pic>
        <p:nvPicPr>
          <p:cNvPr id="11" name="Immagine 10">
            <a:extLst>
              <a:ext uri="{FF2B5EF4-FFF2-40B4-BE49-F238E27FC236}">
                <a16:creationId xmlns:a16="http://schemas.microsoft.com/office/drawing/2014/main" id="{312542DE-8BE2-97EE-F7D1-50324EA4AD46}"/>
              </a:ext>
            </a:extLst>
          </p:cNvPr>
          <p:cNvPicPr>
            <a:picLocks noChangeAspect="1"/>
          </p:cNvPicPr>
          <p:nvPr/>
        </p:nvPicPr>
        <p:blipFill>
          <a:blip r:embed="rId4"/>
          <a:stretch>
            <a:fillRect/>
          </a:stretch>
        </p:blipFill>
        <p:spPr>
          <a:xfrm>
            <a:off x="7007697" y="4513824"/>
            <a:ext cx="3888432" cy="379731"/>
          </a:xfrm>
          <a:prstGeom prst="rect">
            <a:avLst/>
          </a:prstGeom>
        </p:spPr>
      </p:pic>
    </p:spTree>
    <p:extLst>
      <p:ext uri="{BB962C8B-B14F-4D97-AF65-F5344CB8AC3E}">
        <p14:creationId xmlns:p14="http://schemas.microsoft.com/office/powerpoint/2010/main" val="2124675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CA459B-E6FA-4FC3-E178-5A19F77E0A2B}"/>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CF23D696-A3FB-3CD1-8384-DB0968335FEB}"/>
              </a:ext>
            </a:extLst>
          </p:cNvPr>
          <p:cNvSpPr>
            <a:spLocks noGrp="1"/>
          </p:cNvSpPr>
          <p:nvPr>
            <p:ph type="body" sz="quarter" idx="11"/>
          </p:nvPr>
        </p:nvSpPr>
        <p:spPr>
          <a:xfrm>
            <a:off x="527051" y="1412875"/>
            <a:ext cx="11041557" cy="4320381"/>
          </a:xfrm>
        </p:spPr>
        <p:txBody>
          <a:bodyPr/>
          <a:lstStyle/>
          <a:p>
            <a:pPr marL="342900" indent="-342900">
              <a:buFont typeface="Arial" panose="020B0604020202020204" pitchFamily="34" charset="0"/>
              <a:buChar char="•"/>
            </a:pPr>
            <a:r>
              <a:rPr lang="en-GB" sz="2400" b="1" noProof="0" dirty="0"/>
              <a:t>High Performance/Efficiency</a:t>
            </a:r>
            <a:r>
              <a:rPr lang="en-GB" sz="2400" noProof="0" dirty="0"/>
              <a:t>: Symmetric algorithms like AES are used to encrypt large data payloads, which is much faster than using asymmetric algorithms (e.g., RSA/ECC) for the entire message.</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US" sz="2400" b="1" noProof="0" dirty="0"/>
              <a:t>Secure Key Distribution</a:t>
            </a:r>
            <a:r>
              <a:rPr lang="en-US" sz="2400" noProof="0" dirty="0"/>
              <a:t>: Asymmetric encryption is used only to encrypt and transfer the symmetric key (session key) securely, solving the challenge of sharing keys over insecure channels.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Resilience</a:t>
            </a:r>
            <a:r>
              <a:rPr lang="en-US" sz="2400" dirty="0"/>
              <a:t>: Using ECDH, the symmetric key exists only for that session. If the server's private key is stolen in the future, the attacker cannot decrypt past traffic because the AES session key has never passed over the network and has been erased from RAM.</a:t>
            </a:r>
          </a:p>
          <a:p>
            <a:pPr marL="342900" indent="-342900">
              <a:buFont typeface="Arial" panose="020B0604020202020204" pitchFamily="34" charset="0"/>
              <a:buChar char="•"/>
            </a:pPr>
            <a:endParaRPr lang="en-GB" sz="2400" noProof="0" dirty="0"/>
          </a:p>
        </p:txBody>
      </p:sp>
      <p:sp>
        <p:nvSpPr>
          <p:cNvPr id="4" name="Titolo 1">
            <a:extLst>
              <a:ext uri="{FF2B5EF4-FFF2-40B4-BE49-F238E27FC236}">
                <a16:creationId xmlns:a16="http://schemas.microsoft.com/office/drawing/2014/main" id="{171A38AB-B500-CB78-C72A-F97FE33E7459}"/>
              </a:ext>
            </a:extLst>
          </p:cNvPr>
          <p:cNvSpPr>
            <a:spLocks noGrp="1"/>
          </p:cNvSpPr>
          <p:nvPr>
            <p:ph type="title"/>
          </p:nvPr>
        </p:nvSpPr>
        <p:spPr>
          <a:xfrm>
            <a:off x="527051" y="380269"/>
            <a:ext cx="8424862" cy="792088"/>
          </a:xfrm>
        </p:spPr>
        <p:txBody>
          <a:bodyPr/>
          <a:lstStyle/>
          <a:p>
            <a:r>
              <a:rPr lang="it-IT" sz="3800" dirty="0" err="1"/>
              <a:t>Why</a:t>
            </a:r>
            <a:r>
              <a:rPr lang="it-IT" sz="3800" dirty="0"/>
              <a:t> </a:t>
            </a:r>
            <a:r>
              <a:rPr lang="it-IT" sz="3800" dirty="0" err="1"/>
              <a:t>Hybrid</a:t>
            </a:r>
            <a:r>
              <a:rPr lang="it-IT" sz="3800" dirty="0"/>
              <a:t> </a:t>
            </a:r>
            <a:r>
              <a:rPr lang="it-IT" sz="3800" dirty="0" err="1"/>
              <a:t>Encryption</a:t>
            </a:r>
            <a:r>
              <a:rPr lang="it-IT" sz="3800" dirty="0"/>
              <a:t> is </a:t>
            </a:r>
            <a:r>
              <a:rPr lang="it-IT" sz="3800" dirty="0" err="1"/>
              <a:t>better</a:t>
            </a:r>
            <a:endParaRPr lang="en-GB" sz="3800" noProof="0" dirty="0"/>
          </a:p>
        </p:txBody>
      </p:sp>
    </p:spTree>
    <p:extLst>
      <p:ext uri="{BB962C8B-B14F-4D97-AF65-F5344CB8AC3E}">
        <p14:creationId xmlns:p14="http://schemas.microsoft.com/office/powerpoint/2010/main" val="24319944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F31E2-15A2-B00E-99CB-DADF27AB709C}"/>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2034BFA3-1952-AFC1-741A-E1C8A917939F}"/>
              </a:ext>
            </a:extLst>
          </p:cNvPr>
          <p:cNvSpPr>
            <a:spLocks noGrp="1"/>
          </p:cNvSpPr>
          <p:nvPr>
            <p:ph type="body" sz="quarter" idx="11"/>
          </p:nvPr>
        </p:nvSpPr>
        <p:spPr>
          <a:xfrm>
            <a:off x="527051" y="1412875"/>
            <a:ext cx="6145013" cy="4320381"/>
          </a:xfrm>
        </p:spPr>
        <p:txBody>
          <a:bodyPr/>
          <a:lstStyle/>
          <a:p>
            <a:pPr marL="342900" indent="-342900">
              <a:buFont typeface="Arial" panose="020B0604020202020204" pitchFamily="34" charset="0"/>
              <a:buChar char="•"/>
            </a:pPr>
            <a:r>
              <a:rPr lang="en-US" sz="2400" noProof="0" dirty="0"/>
              <a:t>An X.509 certificate is a digital document that uses the international X.509 Public Key Infrastructure standard to bind a public key to an identity (user, computer, or service).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a:t>It acts as a "digital passport," enabling secure communication, authentication, and encryption for SSL/TLS protocols.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a:t>These certificates are issued and signed by trusted Certificate Authorities (CAs). </a:t>
            </a:r>
            <a:endParaRPr lang="en-GB" sz="2400" noProof="0" dirty="0"/>
          </a:p>
        </p:txBody>
      </p:sp>
      <p:sp>
        <p:nvSpPr>
          <p:cNvPr id="4" name="Titolo 1">
            <a:extLst>
              <a:ext uri="{FF2B5EF4-FFF2-40B4-BE49-F238E27FC236}">
                <a16:creationId xmlns:a16="http://schemas.microsoft.com/office/drawing/2014/main" id="{0A3755D1-E3DF-B850-1E94-EE92CAEFB4B6}"/>
              </a:ext>
            </a:extLst>
          </p:cNvPr>
          <p:cNvSpPr>
            <a:spLocks noGrp="1"/>
          </p:cNvSpPr>
          <p:nvPr>
            <p:ph type="title"/>
          </p:nvPr>
        </p:nvSpPr>
        <p:spPr>
          <a:xfrm>
            <a:off x="527051" y="380269"/>
            <a:ext cx="8424862" cy="792088"/>
          </a:xfrm>
        </p:spPr>
        <p:txBody>
          <a:bodyPr/>
          <a:lstStyle/>
          <a:p>
            <a:r>
              <a:rPr lang="it-IT" sz="3800" dirty="0"/>
              <a:t>Certificates</a:t>
            </a:r>
            <a:endParaRPr lang="en-GB" sz="3800" noProof="0" dirty="0"/>
          </a:p>
        </p:txBody>
      </p:sp>
      <p:pic>
        <p:nvPicPr>
          <p:cNvPr id="5" name="Immagine 4">
            <a:extLst>
              <a:ext uri="{FF2B5EF4-FFF2-40B4-BE49-F238E27FC236}">
                <a16:creationId xmlns:a16="http://schemas.microsoft.com/office/drawing/2014/main" id="{875CC878-A644-5C6D-ABB9-67D5AE8F034F}"/>
              </a:ext>
            </a:extLst>
          </p:cNvPr>
          <p:cNvPicPr>
            <a:picLocks noChangeAspect="1"/>
          </p:cNvPicPr>
          <p:nvPr/>
        </p:nvPicPr>
        <p:blipFill>
          <a:blip r:embed="rId2"/>
          <a:stretch>
            <a:fillRect/>
          </a:stretch>
        </p:blipFill>
        <p:spPr>
          <a:xfrm>
            <a:off x="7032104" y="1617645"/>
            <a:ext cx="4810236" cy="3622709"/>
          </a:xfrm>
          <a:prstGeom prst="rect">
            <a:avLst/>
          </a:prstGeom>
        </p:spPr>
      </p:pic>
    </p:spTree>
    <p:extLst>
      <p:ext uri="{BB962C8B-B14F-4D97-AF65-F5344CB8AC3E}">
        <p14:creationId xmlns:p14="http://schemas.microsoft.com/office/powerpoint/2010/main" val="19079337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D5A56-B9B9-9A03-07FC-9BFF91806200}"/>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646B649F-306B-64FA-5820-A43770DFC0A8}"/>
              </a:ext>
            </a:extLst>
          </p:cNvPr>
          <p:cNvSpPr>
            <a:spLocks noGrp="1"/>
          </p:cNvSpPr>
          <p:nvPr>
            <p:ph type="body" sz="quarter" idx="11"/>
          </p:nvPr>
        </p:nvSpPr>
        <p:spPr>
          <a:xfrm>
            <a:off x="527051" y="1412875"/>
            <a:ext cx="11185573" cy="4320381"/>
          </a:xfrm>
        </p:spPr>
        <p:txBody>
          <a:bodyPr/>
          <a:lstStyle/>
          <a:p>
            <a:pPr marL="342900" indent="-342900">
              <a:buFont typeface="Arial" panose="020B0604020202020204" pitchFamily="34" charset="0"/>
              <a:buChar char="•"/>
            </a:pPr>
            <a:r>
              <a:rPr lang="en-US" sz="2400" noProof="0" dirty="0"/>
              <a:t>The </a:t>
            </a:r>
            <a:r>
              <a:rPr lang="en-US" sz="2400" b="1" noProof="0" dirty="0" err="1"/>
              <a:t>CertificateFactory</a:t>
            </a:r>
            <a:r>
              <a:rPr lang="en-US" sz="2400" noProof="0" dirty="0"/>
              <a:t> class defines the functionality of a certificate factory, which is used to generate certificate and certificate revocation list (CRL) objects from their encoding.</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noProof="0" dirty="0" err="1"/>
              <a:t>CertificateFactory</a:t>
            </a:r>
            <a:r>
              <a:rPr lang="en-US" sz="2400" noProof="0" dirty="0"/>
              <a:t> objects are obtained by using one of the </a:t>
            </a:r>
            <a:r>
              <a:rPr lang="en-US" sz="2400" i="1" dirty="0">
                <a:latin typeface="Courier New" panose="02070309020205020404" pitchFamily="49" charset="0"/>
                <a:cs typeface="Courier New" panose="02070309020205020404" pitchFamily="49" charset="0"/>
              </a:rPr>
              <a:t>getInstance() </a:t>
            </a:r>
            <a:r>
              <a:rPr lang="en-US" sz="2400" noProof="0" dirty="0"/>
              <a:t>static factory methods.</a:t>
            </a:r>
          </a:p>
          <a:p>
            <a:pPr marL="342900" indent="-342900">
              <a:buFont typeface="Arial" panose="020B0604020202020204" pitchFamily="34" charset="0"/>
              <a:buChar char="•"/>
            </a:pPr>
            <a:endParaRPr lang="en-US" sz="2400" dirty="0"/>
          </a:p>
          <a:p>
            <a:pPr algn="ctr"/>
            <a:r>
              <a:rPr lang="en-US" sz="2400" dirty="0">
                <a:highlight>
                  <a:srgbClr val="C0C0C0"/>
                </a:highlight>
                <a:latin typeface="Courier New" panose="02070309020205020404" pitchFamily="49" charset="0"/>
              </a:rPr>
              <a:t>public static final </a:t>
            </a:r>
            <a:r>
              <a:rPr lang="en-US" sz="2400" dirty="0" err="1">
                <a:highlight>
                  <a:srgbClr val="C0C0C0"/>
                </a:highlight>
                <a:latin typeface="Courier New" panose="02070309020205020404" pitchFamily="49" charset="0"/>
              </a:rPr>
              <a:t>CertificateFactory</a:t>
            </a:r>
            <a:r>
              <a:rPr lang="en-US" sz="2400" dirty="0">
                <a:highlight>
                  <a:srgbClr val="C0C0C0"/>
                </a:highlight>
                <a:latin typeface="Courier New" panose="02070309020205020404" pitchFamily="49" charset="0"/>
              </a:rPr>
              <a:t> getInstance(String type)</a:t>
            </a:r>
          </a:p>
          <a:p>
            <a:endParaRPr lang="en-US" sz="2400" dirty="0"/>
          </a:p>
          <a:p>
            <a:r>
              <a:rPr lang="en-US" sz="2400" noProof="0" dirty="0"/>
              <a:t>The only certificate type available by default is “</a:t>
            </a:r>
            <a:r>
              <a:rPr lang="en-US" sz="2400" i="1" dirty="0">
                <a:latin typeface="Courier New" panose="02070309020205020404" pitchFamily="49" charset="0"/>
                <a:cs typeface="Courier New" panose="02070309020205020404" pitchFamily="49" charset="0"/>
              </a:rPr>
              <a:t>X.509</a:t>
            </a:r>
            <a:r>
              <a:rPr lang="en-US" sz="2400" noProof="0" dirty="0"/>
              <a:t>”.</a:t>
            </a:r>
            <a:endParaRPr lang="en-GB" sz="2400" noProof="0" dirty="0"/>
          </a:p>
        </p:txBody>
      </p:sp>
      <p:sp>
        <p:nvSpPr>
          <p:cNvPr id="4" name="Titolo 1">
            <a:extLst>
              <a:ext uri="{FF2B5EF4-FFF2-40B4-BE49-F238E27FC236}">
                <a16:creationId xmlns:a16="http://schemas.microsoft.com/office/drawing/2014/main" id="{CB3BEA1A-F803-6F99-A19E-73EDB3E1DA28}"/>
              </a:ext>
            </a:extLst>
          </p:cNvPr>
          <p:cNvSpPr>
            <a:spLocks noGrp="1"/>
          </p:cNvSpPr>
          <p:nvPr>
            <p:ph type="title"/>
          </p:nvPr>
        </p:nvSpPr>
        <p:spPr>
          <a:xfrm>
            <a:off x="527051" y="380269"/>
            <a:ext cx="8424862" cy="792088"/>
          </a:xfrm>
        </p:spPr>
        <p:txBody>
          <a:bodyPr/>
          <a:lstStyle/>
          <a:p>
            <a:r>
              <a:rPr lang="it-IT" sz="3800" dirty="0" err="1"/>
              <a:t>CertificateFactory</a:t>
            </a:r>
            <a:endParaRPr lang="en-GB" sz="3800" noProof="0" dirty="0"/>
          </a:p>
        </p:txBody>
      </p:sp>
    </p:spTree>
    <p:extLst>
      <p:ext uri="{BB962C8B-B14F-4D97-AF65-F5344CB8AC3E}">
        <p14:creationId xmlns:p14="http://schemas.microsoft.com/office/powerpoint/2010/main" val="42436640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A6763-1538-4536-F0A2-34F168AD5A47}"/>
            </a:ext>
          </a:extLst>
        </p:cNvPr>
        <p:cNvGrpSpPr/>
        <p:nvPr/>
      </p:nvGrpSpPr>
      <p:grpSpPr>
        <a:xfrm>
          <a:off x="0" y="0"/>
          <a:ext cx="0" cy="0"/>
          <a:chOff x="0" y="0"/>
          <a:chExt cx="0" cy="0"/>
        </a:xfrm>
      </p:grpSpPr>
      <p:sp>
        <p:nvSpPr>
          <p:cNvPr id="3" name="Segnaposto testo 2">
            <a:extLst>
              <a:ext uri="{FF2B5EF4-FFF2-40B4-BE49-F238E27FC236}">
                <a16:creationId xmlns:a16="http://schemas.microsoft.com/office/drawing/2014/main" id="{6DD3738F-002F-3287-6A56-8B23E2F3B103}"/>
              </a:ext>
            </a:extLst>
          </p:cNvPr>
          <p:cNvSpPr>
            <a:spLocks noGrp="1"/>
          </p:cNvSpPr>
          <p:nvPr>
            <p:ph type="body" sz="quarter" idx="11"/>
          </p:nvPr>
        </p:nvSpPr>
        <p:spPr>
          <a:xfrm>
            <a:off x="527051" y="1412875"/>
            <a:ext cx="11185573" cy="5064856"/>
          </a:xfrm>
        </p:spPr>
        <p:txBody>
          <a:bodyPr/>
          <a:lstStyle/>
          <a:p>
            <a:pPr marL="342900" indent="-342900">
              <a:buFont typeface="Arial" panose="020B0604020202020204" pitchFamily="34" charset="0"/>
              <a:buChar char="•"/>
            </a:pPr>
            <a:r>
              <a:rPr lang="en-US" sz="2400" noProof="0" dirty="0"/>
              <a:t>To generate a certificate object and initialize it with the data read from an input stream, use the </a:t>
            </a:r>
            <a:r>
              <a:rPr lang="en-US" sz="2400" i="1" dirty="0" err="1">
                <a:latin typeface="Courier New" panose="02070309020205020404" pitchFamily="49" charset="0"/>
                <a:cs typeface="Courier New" panose="02070309020205020404" pitchFamily="49" charset="0"/>
              </a:rPr>
              <a:t>generateCertificate</a:t>
            </a:r>
            <a:r>
              <a:rPr lang="en-US" sz="2400" noProof="0" dirty="0"/>
              <a:t> method:</a:t>
            </a:r>
          </a:p>
          <a:p>
            <a:pPr marL="342900" indent="-342900">
              <a:buFont typeface="Arial" panose="020B0604020202020204" pitchFamily="34" charset="0"/>
              <a:buChar char="•"/>
            </a:pPr>
            <a:endParaRPr lang="en-US" sz="2400" dirty="0"/>
          </a:p>
          <a:p>
            <a:pPr algn="ctr"/>
            <a:r>
              <a:rPr lang="en-GB" sz="2400" dirty="0">
                <a:highlight>
                  <a:srgbClr val="C0C0C0"/>
                </a:highlight>
                <a:latin typeface="Courier New" panose="02070309020205020404" pitchFamily="49" charset="0"/>
              </a:rPr>
              <a:t>final Certificate </a:t>
            </a:r>
            <a:r>
              <a:rPr lang="en-GB" sz="2400" dirty="0" err="1">
                <a:highlight>
                  <a:srgbClr val="C0C0C0"/>
                </a:highlight>
                <a:latin typeface="Courier New" panose="02070309020205020404" pitchFamily="49" charset="0"/>
              </a:rPr>
              <a:t>generateCertificate</a:t>
            </a:r>
            <a:r>
              <a:rPr lang="en-GB" sz="2400" dirty="0">
                <a:highlight>
                  <a:srgbClr val="C0C0C0"/>
                </a:highlight>
                <a:latin typeface="Courier New" panose="02070309020205020404" pitchFamily="49" charset="0"/>
              </a:rPr>
              <a:t>(</a:t>
            </a:r>
            <a:r>
              <a:rPr lang="en-GB" sz="2400" dirty="0" err="1">
                <a:highlight>
                  <a:srgbClr val="C0C0C0"/>
                </a:highlight>
                <a:latin typeface="Courier New" panose="02070309020205020404" pitchFamily="49" charset="0"/>
              </a:rPr>
              <a:t>InputStream</a:t>
            </a:r>
            <a:r>
              <a:rPr lang="en-GB" sz="2400" dirty="0">
                <a:highlight>
                  <a:srgbClr val="C0C0C0"/>
                </a:highlight>
                <a:latin typeface="Courier New" panose="02070309020205020404" pitchFamily="49" charset="0"/>
              </a:rPr>
              <a:t> </a:t>
            </a:r>
            <a:r>
              <a:rPr lang="en-GB" sz="2400" dirty="0" err="1">
                <a:highlight>
                  <a:srgbClr val="C0C0C0"/>
                </a:highlight>
                <a:latin typeface="Courier New" panose="02070309020205020404" pitchFamily="49" charset="0"/>
              </a:rPr>
              <a:t>inStream</a:t>
            </a:r>
            <a:r>
              <a:rPr lang="en-GB" sz="2400" dirty="0">
                <a:highlight>
                  <a:srgbClr val="C0C0C0"/>
                </a:highlight>
                <a:latin typeface="Courier New" panose="02070309020205020404" pitchFamily="49" charset="0"/>
              </a:rPr>
              <a:t>)</a:t>
            </a:r>
          </a:p>
          <a:p>
            <a:pPr algn="ctr"/>
            <a:endParaRPr lang="en-GB" sz="2400" dirty="0">
              <a:highlight>
                <a:srgbClr val="C0C0C0"/>
              </a:highlight>
              <a:latin typeface="Courier New" panose="02070309020205020404" pitchFamily="49" charset="0"/>
            </a:endParaRPr>
          </a:p>
          <a:p>
            <a:pPr marL="342900" indent="-342900">
              <a:buFont typeface="Arial" panose="020B0604020202020204" pitchFamily="34" charset="0"/>
              <a:buChar char="•"/>
            </a:pPr>
            <a:r>
              <a:rPr lang="en-GB" sz="2400" dirty="0"/>
              <a:t>On a Certificate object, the following methods are available:</a:t>
            </a:r>
          </a:p>
          <a:p>
            <a:r>
              <a:rPr lang="en-GB" sz="2400" dirty="0"/>
              <a:t>	</a:t>
            </a:r>
            <a:r>
              <a:rPr lang="en-GB" sz="2000" dirty="0"/>
              <a:t>- </a:t>
            </a:r>
            <a:r>
              <a:rPr lang="en-GB" sz="2000" dirty="0" err="1">
                <a:highlight>
                  <a:srgbClr val="C0C0C0"/>
                </a:highlight>
                <a:latin typeface="Courier New" panose="02070309020205020404" pitchFamily="49" charset="0"/>
              </a:rPr>
              <a:t>PublicKey</a:t>
            </a:r>
            <a:r>
              <a:rPr lang="en-GB" sz="2000" dirty="0">
                <a:highlight>
                  <a:srgbClr val="C0C0C0"/>
                </a:highlight>
                <a:latin typeface="Courier New" panose="02070309020205020404" pitchFamily="49" charset="0"/>
              </a:rPr>
              <a:t> </a:t>
            </a:r>
            <a:r>
              <a:rPr lang="en-GB" sz="2000" dirty="0" err="1">
                <a:highlight>
                  <a:srgbClr val="C0C0C0"/>
                </a:highlight>
                <a:latin typeface="Courier New" panose="02070309020205020404" pitchFamily="49" charset="0"/>
              </a:rPr>
              <a:t>getPublicKey</a:t>
            </a:r>
            <a:r>
              <a:rPr lang="en-GB" sz="2000" dirty="0">
                <a:highlight>
                  <a:srgbClr val="C0C0C0"/>
                </a:highlight>
                <a:latin typeface="Courier New" panose="02070309020205020404" pitchFamily="49" charset="0"/>
              </a:rPr>
              <a:t>() </a:t>
            </a:r>
            <a:r>
              <a:rPr lang="en-GB" sz="2000" dirty="0"/>
              <a:t>- </a:t>
            </a:r>
            <a:r>
              <a:rPr lang="en-US" sz="2000" dirty="0"/>
              <a:t>Gets the public key from this certificate.</a:t>
            </a:r>
          </a:p>
          <a:p>
            <a:r>
              <a:rPr lang="en-US" sz="2000" dirty="0"/>
              <a:t>	- </a:t>
            </a:r>
            <a:r>
              <a:rPr lang="en-US" sz="2000" dirty="0">
                <a:highlight>
                  <a:srgbClr val="C0C0C0"/>
                </a:highlight>
                <a:latin typeface="Courier New" panose="02070309020205020404" pitchFamily="49" charset="0"/>
              </a:rPr>
              <a:t>void verify(</a:t>
            </a:r>
            <a:r>
              <a:rPr lang="en-US" sz="2000" dirty="0" err="1">
                <a:highlight>
                  <a:srgbClr val="C0C0C0"/>
                </a:highlight>
                <a:latin typeface="Courier New" panose="02070309020205020404" pitchFamily="49" charset="0"/>
              </a:rPr>
              <a:t>PublicKey</a:t>
            </a:r>
            <a:r>
              <a:rPr lang="en-US" sz="2000" dirty="0">
                <a:highlight>
                  <a:srgbClr val="C0C0C0"/>
                </a:highlight>
                <a:latin typeface="Courier New" panose="02070309020205020404" pitchFamily="49" charset="0"/>
              </a:rPr>
              <a:t> key) </a:t>
            </a:r>
            <a:r>
              <a:rPr lang="en-US" sz="2000" dirty="0"/>
              <a:t>- Verifies that this certificate was signed using the 						private key that corresponds to the specified public key.</a:t>
            </a:r>
            <a:endParaRPr lang="en-GB" sz="3200" dirty="0"/>
          </a:p>
          <a:p>
            <a:r>
              <a:rPr lang="en-GB" sz="3200" dirty="0"/>
              <a:t>	</a:t>
            </a:r>
            <a:r>
              <a:rPr lang="en-GB" sz="2000" dirty="0"/>
              <a:t>-</a:t>
            </a:r>
            <a:r>
              <a:rPr lang="en-GB" sz="3200" dirty="0"/>
              <a:t> </a:t>
            </a:r>
            <a:r>
              <a:rPr lang="en-GB" sz="2000" dirty="0">
                <a:highlight>
                  <a:srgbClr val="C0C0C0"/>
                </a:highlight>
                <a:latin typeface="Courier New" panose="02070309020205020404" pitchFamily="49" charset="0"/>
              </a:rPr>
              <a:t>void </a:t>
            </a:r>
            <a:r>
              <a:rPr lang="en-GB" sz="2000" dirty="0" err="1">
                <a:highlight>
                  <a:srgbClr val="C0C0C0"/>
                </a:highlight>
                <a:latin typeface="Courier New" panose="02070309020205020404" pitchFamily="49" charset="0"/>
              </a:rPr>
              <a:t>checkValidity</a:t>
            </a:r>
            <a:r>
              <a:rPr lang="en-GB" sz="2000" dirty="0">
                <a:highlight>
                  <a:srgbClr val="C0C0C0"/>
                </a:highlight>
                <a:latin typeface="Courier New" panose="02070309020205020404" pitchFamily="49" charset="0"/>
              </a:rPr>
              <a:t>() </a:t>
            </a:r>
            <a:r>
              <a:rPr lang="en-GB" sz="2000" dirty="0"/>
              <a:t>- </a:t>
            </a:r>
            <a:r>
              <a:rPr lang="en-US" sz="2000" dirty="0"/>
              <a:t>Checks that the certificate is currently valid.</a:t>
            </a:r>
          </a:p>
          <a:p>
            <a:r>
              <a:rPr lang="en-US" sz="2000" dirty="0"/>
              <a:t>	- </a:t>
            </a:r>
            <a:r>
              <a:rPr lang="en-US" sz="2000" dirty="0">
                <a:highlight>
                  <a:srgbClr val="C0C0C0"/>
                </a:highlight>
                <a:latin typeface="Courier New" panose="02070309020205020404" pitchFamily="49" charset="0"/>
              </a:rPr>
              <a:t>X500Principal getSubjectX500Principal() </a:t>
            </a:r>
            <a:r>
              <a:rPr lang="en-US" sz="2000" dirty="0"/>
              <a:t>- Returns the subject value from the 									certificate.</a:t>
            </a:r>
          </a:p>
          <a:p>
            <a:r>
              <a:rPr lang="en-US" sz="2000" dirty="0"/>
              <a:t>	- and get all the other values from the certificate.</a:t>
            </a:r>
            <a:endParaRPr lang="en-GB" sz="2000" dirty="0"/>
          </a:p>
        </p:txBody>
      </p:sp>
      <p:sp>
        <p:nvSpPr>
          <p:cNvPr id="4" name="Titolo 1">
            <a:extLst>
              <a:ext uri="{FF2B5EF4-FFF2-40B4-BE49-F238E27FC236}">
                <a16:creationId xmlns:a16="http://schemas.microsoft.com/office/drawing/2014/main" id="{C0B479B3-3209-0216-E81B-C4692B7AA86A}"/>
              </a:ext>
            </a:extLst>
          </p:cNvPr>
          <p:cNvSpPr>
            <a:spLocks noGrp="1"/>
          </p:cNvSpPr>
          <p:nvPr>
            <p:ph type="title"/>
          </p:nvPr>
        </p:nvSpPr>
        <p:spPr>
          <a:xfrm>
            <a:off x="527051" y="380269"/>
            <a:ext cx="8424862" cy="792088"/>
          </a:xfrm>
        </p:spPr>
        <p:txBody>
          <a:bodyPr/>
          <a:lstStyle/>
          <a:p>
            <a:r>
              <a:rPr lang="it-IT" sz="3800" dirty="0" err="1"/>
              <a:t>Get</a:t>
            </a:r>
            <a:r>
              <a:rPr lang="it-IT" sz="3800" dirty="0"/>
              <a:t> a Certificate </a:t>
            </a:r>
            <a:r>
              <a:rPr lang="it-IT" sz="3800" dirty="0" err="1"/>
              <a:t>object</a:t>
            </a:r>
            <a:endParaRPr lang="en-GB" sz="3800" noProof="0" dirty="0"/>
          </a:p>
        </p:txBody>
      </p:sp>
    </p:spTree>
    <p:extLst>
      <p:ext uri="{BB962C8B-B14F-4D97-AF65-F5344CB8AC3E}">
        <p14:creationId xmlns:p14="http://schemas.microsoft.com/office/powerpoint/2010/main" val="5905556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612E5-824A-0C6C-BCEE-B17F70FAB7EA}"/>
            </a:ext>
          </a:extLst>
        </p:cNvPr>
        <p:cNvGrpSpPr/>
        <p:nvPr/>
      </p:nvGrpSpPr>
      <p:grpSpPr>
        <a:xfrm>
          <a:off x="0" y="0"/>
          <a:ext cx="0" cy="0"/>
          <a:chOff x="0" y="0"/>
          <a:chExt cx="0" cy="0"/>
        </a:xfrm>
      </p:grpSpPr>
      <p:sp>
        <p:nvSpPr>
          <p:cNvPr id="4" name="Titolo 1">
            <a:extLst>
              <a:ext uri="{FF2B5EF4-FFF2-40B4-BE49-F238E27FC236}">
                <a16:creationId xmlns:a16="http://schemas.microsoft.com/office/drawing/2014/main" id="{A2F90F91-26D7-285B-F2D1-3F45C352EF01}"/>
              </a:ext>
            </a:extLst>
          </p:cNvPr>
          <p:cNvSpPr>
            <a:spLocks noGrp="1"/>
          </p:cNvSpPr>
          <p:nvPr>
            <p:ph type="title"/>
          </p:nvPr>
        </p:nvSpPr>
        <p:spPr>
          <a:xfrm>
            <a:off x="527051" y="380269"/>
            <a:ext cx="8424862" cy="792088"/>
          </a:xfrm>
        </p:spPr>
        <p:txBody>
          <a:bodyPr/>
          <a:lstStyle/>
          <a:p>
            <a:r>
              <a:rPr lang="it-IT" sz="3800" dirty="0"/>
              <a:t>Certificate </a:t>
            </a:r>
            <a:r>
              <a:rPr lang="it-IT" sz="3800" dirty="0" err="1"/>
              <a:t>Example</a:t>
            </a:r>
            <a:endParaRPr lang="en-GB" sz="3800" noProof="0" dirty="0"/>
          </a:p>
        </p:txBody>
      </p:sp>
      <p:pic>
        <p:nvPicPr>
          <p:cNvPr id="3" name="Immagine 2">
            <a:extLst>
              <a:ext uri="{FF2B5EF4-FFF2-40B4-BE49-F238E27FC236}">
                <a16:creationId xmlns:a16="http://schemas.microsoft.com/office/drawing/2014/main" id="{57FE011B-76D6-B967-D0D6-D129FBEE9EF8}"/>
              </a:ext>
            </a:extLst>
          </p:cNvPr>
          <p:cNvPicPr>
            <a:picLocks noChangeAspect="1"/>
          </p:cNvPicPr>
          <p:nvPr/>
        </p:nvPicPr>
        <p:blipFill>
          <a:blip r:embed="rId2"/>
          <a:stretch>
            <a:fillRect/>
          </a:stretch>
        </p:blipFill>
        <p:spPr>
          <a:xfrm>
            <a:off x="527051" y="1172357"/>
            <a:ext cx="8128019" cy="4210902"/>
          </a:xfrm>
          <a:prstGeom prst="rect">
            <a:avLst/>
          </a:prstGeom>
        </p:spPr>
      </p:pic>
      <p:pic>
        <p:nvPicPr>
          <p:cNvPr id="6" name="Immagine 5">
            <a:extLst>
              <a:ext uri="{FF2B5EF4-FFF2-40B4-BE49-F238E27FC236}">
                <a16:creationId xmlns:a16="http://schemas.microsoft.com/office/drawing/2014/main" id="{A05D6389-0A96-D542-3A48-EEE546FB96D9}"/>
              </a:ext>
            </a:extLst>
          </p:cNvPr>
          <p:cNvPicPr>
            <a:picLocks noChangeAspect="1"/>
          </p:cNvPicPr>
          <p:nvPr/>
        </p:nvPicPr>
        <p:blipFill>
          <a:blip r:embed="rId3"/>
          <a:stretch>
            <a:fillRect/>
          </a:stretch>
        </p:blipFill>
        <p:spPr>
          <a:xfrm>
            <a:off x="3575720" y="2492896"/>
            <a:ext cx="8708658" cy="1368152"/>
          </a:xfrm>
          <a:prstGeom prst="rect">
            <a:avLst/>
          </a:prstGeom>
          <a:ln w="28575">
            <a:solidFill>
              <a:schemeClr val="bg1"/>
            </a:solidFill>
          </a:ln>
        </p:spPr>
      </p:pic>
    </p:spTree>
    <p:extLst>
      <p:ext uri="{BB962C8B-B14F-4D97-AF65-F5344CB8AC3E}">
        <p14:creationId xmlns:p14="http://schemas.microsoft.com/office/powerpoint/2010/main" val="253776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AAD9EE87-E88F-4CF9-391A-B906B7B439CC}"/>
              </a:ext>
            </a:extLst>
          </p:cNvPr>
          <p:cNvSpPr>
            <a:spLocks noGrp="1"/>
          </p:cNvSpPr>
          <p:nvPr>
            <p:ph type="body" sz="quarter" idx="11"/>
          </p:nvPr>
        </p:nvSpPr>
        <p:spPr/>
        <p:txBody>
          <a:bodyPr/>
          <a:lstStyle/>
          <a:p>
            <a:endParaRPr lang="en-GB" noProof="0" dirty="0"/>
          </a:p>
          <a:p>
            <a:pPr algn="ctr"/>
            <a:endParaRPr lang="en-GB" sz="3200" b="1" noProof="0" dirty="0"/>
          </a:p>
          <a:p>
            <a:pPr algn="ctr"/>
            <a:endParaRPr lang="en-GB" sz="3200" b="1" noProof="0" dirty="0"/>
          </a:p>
          <a:p>
            <a:pPr algn="ctr"/>
            <a:r>
              <a:rPr lang="en-GB" sz="3200" b="1" dirty="0">
                <a:hlinkClick r:id="rId2"/>
              </a:rPr>
              <a:t>https://github.com/alexmark22/EsercitazioniUNIBO-SicurezzaDellInformazione</a:t>
            </a:r>
            <a:endParaRPr lang="en-GB" sz="3200" b="1" noProof="0" dirty="0"/>
          </a:p>
        </p:txBody>
      </p:sp>
    </p:spTree>
    <p:extLst>
      <p:ext uri="{BB962C8B-B14F-4D97-AF65-F5344CB8AC3E}">
        <p14:creationId xmlns:p14="http://schemas.microsoft.com/office/powerpoint/2010/main" val="40022413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3">
            <a:extLst>
              <a:ext uri="{FF2B5EF4-FFF2-40B4-BE49-F238E27FC236}">
                <a16:creationId xmlns:a16="http://schemas.microsoft.com/office/drawing/2014/main" id="{24E660AE-8A13-464A-9EFD-05EDDA43EB18}"/>
              </a:ext>
            </a:extLst>
          </p:cNvPr>
          <p:cNvSpPr>
            <a:spLocks noGrp="1"/>
          </p:cNvSpPr>
          <p:nvPr>
            <p:ph type="title"/>
          </p:nvPr>
        </p:nvSpPr>
        <p:spPr/>
        <p:txBody>
          <a:bodyPr/>
          <a:lstStyle/>
          <a:p>
            <a:r>
              <a:rPr lang="en-GB" sz="3200" noProof="0" dirty="0"/>
              <a:t>Bibliografia</a:t>
            </a:r>
          </a:p>
        </p:txBody>
      </p:sp>
      <p:sp>
        <p:nvSpPr>
          <p:cNvPr id="5" name="Segnaposto testo 4">
            <a:extLst>
              <a:ext uri="{FF2B5EF4-FFF2-40B4-BE49-F238E27FC236}">
                <a16:creationId xmlns:a16="http://schemas.microsoft.com/office/drawing/2014/main" id="{CEDA1884-1873-4FAB-A663-E8217865FB9C}"/>
              </a:ext>
            </a:extLst>
          </p:cNvPr>
          <p:cNvSpPr>
            <a:spLocks noGrp="1"/>
          </p:cNvSpPr>
          <p:nvPr>
            <p:ph type="body" sz="quarter" idx="11"/>
          </p:nvPr>
        </p:nvSpPr>
        <p:spPr/>
        <p:txBody>
          <a:bodyPr/>
          <a:lstStyle/>
          <a:p>
            <a:pPr marL="285750" indent="-285750">
              <a:buFont typeface="Arial" panose="020B0604020202020204" pitchFamily="34" charset="0"/>
              <a:buChar char="•"/>
            </a:pPr>
            <a:r>
              <a:rPr lang="en-GB" sz="1600" noProof="0" dirty="0"/>
              <a:t>[1]: JCA Reference Guide - </a:t>
            </a:r>
            <a:r>
              <a:rPr lang="en-GB" sz="1600" dirty="0">
                <a:hlinkClick r:id="rId2"/>
              </a:rPr>
              <a:t>https://docs.oracle.com/en/java/javase/11/security/java-cryptography-architecture-jca-reference-guide.html</a:t>
            </a: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noProof="0" dirty="0"/>
              <a:t>[2]: JCA Standard Algorithm Names - </a:t>
            </a:r>
            <a:r>
              <a:rPr lang="en-GB" sz="1600" dirty="0">
                <a:hlinkClick r:id="rId3"/>
              </a:rPr>
              <a:t>https://docs.oracle.com/javase/8/docs/technotes/guides/security/StandardNames.html </a:t>
            </a: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noProof="0" dirty="0"/>
              <a:t>[3]: Evolution of Signature Algorithms – </a:t>
            </a:r>
            <a:r>
              <a:rPr lang="en-GB" sz="1600" dirty="0">
                <a:hlinkClick r:id="rId4"/>
              </a:rPr>
              <a:t>https://curity.io/blog/the-evolution-of-signature-algorithms/</a:t>
            </a: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dirty="0"/>
              <a:t>[4]: Elliptic Curve Cryptography - </a:t>
            </a:r>
            <a:r>
              <a:rPr lang="en-GB" sz="1600" dirty="0">
                <a:hlinkClick r:id="rId5"/>
              </a:rPr>
              <a:t>https://blog.cloudflare.com/a-relatively-easy-to-understand-primer-on-elliptic-curve-cryptography/</a:t>
            </a:r>
            <a:endParaRPr lang="en-GB" sz="160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noProof="0" dirty="0"/>
              <a:t>[5]: ECDSA problems –</a:t>
            </a:r>
            <a:r>
              <a:rPr lang="en-GB" sz="1600" noProof="0" dirty="0">
                <a:hlinkClick r:id="rId6"/>
              </a:rPr>
              <a:t> </a:t>
            </a:r>
            <a:r>
              <a:rPr lang="en-GB" sz="1600" noProof="0" dirty="0">
                <a:hlinkClick r:id="rId7"/>
              </a:rPr>
              <a:t>https://blog.trailofbits.com/2020/06/11/ecdsa-handle-with-care/</a:t>
            </a:r>
            <a:endParaRPr lang="en-GB" sz="1600" noProof="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noProof="0" dirty="0"/>
              <a:t>[6]: Psychic Paper – </a:t>
            </a:r>
            <a:r>
              <a:rPr lang="en-GB" sz="1600" noProof="0" dirty="0">
                <a:hlinkClick r:id="rId8"/>
              </a:rPr>
              <a:t>https://arstechnica.com/information-technology/2022/04/major-crypto-blunder-in-java-enables-psychic-paper-forgeries/</a:t>
            </a:r>
            <a:endParaRPr lang="en-GB" sz="1600" noProof="0" dirty="0"/>
          </a:p>
          <a:p>
            <a:pPr marL="285750" indent="-285750">
              <a:buFont typeface="Arial" panose="020B0604020202020204" pitchFamily="34" charset="0"/>
              <a:buChar char="•"/>
            </a:pPr>
            <a:endParaRPr lang="en-GB" sz="1600" dirty="0"/>
          </a:p>
          <a:p>
            <a:pPr marL="285750" indent="-285750">
              <a:buFont typeface="Arial" panose="020B0604020202020204" pitchFamily="34" charset="0"/>
              <a:buChar char="•"/>
            </a:pPr>
            <a:r>
              <a:rPr lang="en-GB" sz="1600" noProof="0" dirty="0"/>
              <a:t>[7]: PS3 Attack</a:t>
            </a:r>
            <a:r>
              <a:rPr lang="en-GB" sz="1600" dirty="0"/>
              <a:t> - </a:t>
            </a:r>
            <a:r>
              <a:rPr lang="en-GB" sz="1600" dirty="0">
                <a:hlinkClick r:id="rId9"/>
              </a:rPr>
              <a:t>https://deeprnd.medium.com/decoding-the-playstation-3-hack-unraveling-the-ecdsa-random-generator-flaw-e9074a51b831</a:t>
            </a:r>
            <a:endParaRPr lang="en-GB" sz="1600" dirty="0"/>
          </a:p>
        </p:txBody>
      </p:sp>
    </p:spTree>
    <p:extLst>
      <p:ext uri="{BB962C8B-B14F-4D97-AF65-F5344CB8AC3E}">
        <p14:creationId xmlns:p14="http://schemas.microsoft.com/office/powerpoint/2010/main" val="26063461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egnaposto testo 5">
            <a:extLst>
              <a:ext uri="{FF2B5EF4-FFF2-40B4-BE49-F238E27FC236}">
                <a16:creationId xmlns:a16="http://schemas.microsoft.com/office/drawing/2014/main" id="{6DFE9118-0586-4E53-A85C-42A8320DC327}"/>
              </a:ext>
            </a:extLst>
          </p:cNvPr>
          <p:cNvSpPr>
            <a:spLocks noGrp="1"/>
          </p:cNvSpPr>
          <p:nvPr>
            <p:ph type="body" sz="quarter" idx="10"/>
          </p:nvPr>
        </p:nvSpPr>
        <p:spPr/>
        <p:txBody>
          <a:bodyPr/>
          <a:lstStyle/>
          <a:p>
            <a:r>
              <a:rPr lang="en-GB" noProof="0" dirty="0"/>
              <a:t>Alessandro Marchesano</a:t>
            </a:r>
          </a:p>
        </p:txBody>
      </p:sp>
      <p:sp>
        <p:nvSpPr>
          <p:cNvPr id="8" name="Segnaposto testo 7">
            <a:extLst>
              <a:ext uri="{FF2B5EF4-FFF2-40B4-BE49-F238E27FC236}">
                <a16:creationId xmlns:a16="http://schemas.microsoft.com/office/drawing/2014/main" id="{DEA3E7BA-361D-45FB-8C4D-79C904A290E4}"/>
              </a:ext>
            </a:extLst>
          </p:cNvPr>
          <p:cNvSpPr>
            <a:spLocks noGrp="1"/>
          </p:cNvSpPr>
          <p:nvPr>
            <p:ph type="body" sz="quarter" idx="12"/>
          </p:nvPr>
        </p:nvSpPr>
        <p:spPr>
          <a:xfrm>
            <a:off x="1390650" y="3284984"/>
            <a:ext cx="9410700" cy="1440160"/>
          </a:xfrm>
        </p:spPr>
        <p:txBody>
          <a:bodyPr/>
          <a:lstStyle/>
          <a:p>
            <a:r>
              <a:rPr lang="en-GB" noProof="0" dirty="0"/>
              <a:t>alessandr.marchesano@unibo.it</a:t>
            </a:r>
          </a:p>
        </p:txBody>
      </p:sp>
    </p:spTree>
    <p:extLst>
      <p:ext uri="{BB962C8B-B14F-4D97-AF65-F5344CB8AC3E}">
        <p14:creationId xmlns:p14="http://schemas.microsoft.com/office/powerpoint/2010/main" val="2254969360"/>
      </p:ext>
    </p:extLst>
  </p:cSld>
  <p:clrMapOvr>
    <a:masterClrMapping/>
  </p:clrMapOvr>
</p:sld>
</file>

<file path=ppt/theme/theme1.xml><?xml version="1.0" encoding="utf-8"?>
<a:theme xmlns:a="http://schemas.openxmlformats.org/drawingml/2006/main" name="COPERTINA">
  <a:themeElements>
    <a:clrScheme name="Personalizzato 1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95959"/>
      </a:hlink>
      <a:folHlink>
        <a:srgbClr val="59595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4000" b="1" dirty="0" smtClean="0">
            <a:solidFill>
              <a:schemeClr val="bg1"/>
            </a:solidFill>
            <a:latin typeface="Century Gothic" panose="020B0502020202020204" pitchFamily="34" charset="0"/>
          </a:defRPr>
        </a:defPPr>
      </a:lstStyle>
    </a:txDef>
  </a:objectDefaults>
  <a:extraClrSchemeLst/>
</a:theme>
</file>

<file path=ppt/theme/theme2.xml><?xml version="1.0" encoding="utf-8"?>
<a:theme xmlns:a="http://schemas.openxmlformats.org/drawingml/2006/main" name="DIAPOSITIVE">
  <a:themeElements>
    <a:clrScheme name="Personalizzato 1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95959"/>
      </a:hlink>
      <a:folHlink>
        <a:srgbClr val="59595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HIUSURA">
  <a:themeElements>
    <a:clrScheme name="Personalizzato 1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95959"/>
      </a:hlink>
      <a:folHlink>
        <a:srgbClr val="595959"/>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BED1F34F8D5C34990AAD392C5F950E1" ma:contentTypeVersion="14" ma:contentTypeDescription="Create a new document." ma:contentTypeScope="" ma:versionID="6358da2e110d9c621d116bbd884f9567">
  <xsd:schema xmlns:xsd="http://www.w3.org/2001/XMLSchema" xmlns:xs="http://www.w3.org/2001/XMLSchema" xmlns:p="http://schemas.microsoft.com/office/2006/metadata/properties" xmlns:ns3="ec4d84c1-dad4-4be9-b58c-388277758547" xmlns:ns4="f6692c2f-2902-4bcd-9172-4a944bb6fe94" targetNamespace="http://schemas.microsoft.com/office/2006/metadata/properties" ma:root="true" ma:fieldsID="62dedaa3e8a69d165d9093b9fc606244" ns3:_="" ns4:_="">
    <xsd:import namespace="ec4d84c1-dad4-4be9-b58c-388277758547"/>
    <xsd:import namespace="f6692c2f-2902-4bcd-9172-4a944bb6fe94"/>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4:SharedWithUsers" minOccurs="0"/>
                <xsd:element ref="ns4:SharedWithDetails" minOccurs="0"/>
                <xsd:element ref="ns4:SharingHintHash" minOccurs="0"/>
                <xsd:element ref="ns3:_activity" minOccurs="0"/>
                <xsd:element ref="ns3:MediaServiceSearchPropertie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4d84c1-dad4-4be9-b58c-3882777585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4"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6692c2f-2902-4bcd-9172-4a944bb6fe94"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SharingHintHash" ma:index="13"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ec4d84c1-dad4-4be9-b58c-38827775854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E3FFC34-1144-4229-B27E-7A2A5567AD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4d84c1-dad4-4be9-b58c-388277758547"/>
    <ds:schemaRef ds:uri="f6692c2f-2902-4bcd-9172-4a944bb6fe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0BF608B-7EEB-442E-9B04-B30B96118E4C}">
  <ds:schemaRefs>
    <ds:schemaRef ds:uri="http://purl.org/dc/terms/"/>
    <ds:schemaRef ds:uri="http://schemas.microsoft.com/office/infopath/2007/PartnerControls"/>
    <ds:schemaRef ds:uri="http://purl.org/dc/elements/1.1/"/>
    <ds:schemaRef ds:uri="http://schemas.microsoft.com/office/2006/documentManagement/types"/>
    <ds:schemaRef ds:uri="http://schemas.openxmlformats.org/package/2006/metadata/core-properties"/>
    <ds:schemaRef ds:uri="f6692c2f-2902-4bcd-9172-4a944bb6fe94"/>
    <ds:schemaRef ds:uri="ec4d84c1-dad4-4be9-b58c-388277758547"/>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5F33A7C8-0682-4CE2-BE2E-3ED1F953BA5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5061</TotalTime>
  <Words>2813</Words>
  <Application>Microsoft Office PowerPoint</Application>
  <PresentationFormat>Widescreen</PresentationFormat>
  <Paragraphs>286</Paragraphs>
  <Slides>43</Slides>
  <Notes>1</Notes>
  <HiddenSlides>0</HiddenSlides>
  <MMClips>0</MMClips>
  <ScaleCrop>false</ScaleCrop>
  <HeadingPairs>
    <vt:vector size="6" baseType="variant">
      <vt:variant>
        <vt:lpstr>Caratteri utilizzati</vt:lpstr>
      </vt:variant>
      <vt:variant>
        <vt:i4>6</vt:i4>
      </vt:variant>
      <vt:variant>
        <vt:lpstr>Tema</vt:lpstr>
      </vt:variant>
      <vt:variant>
        <vt:i4>3</vt:i4>
      </vt:variant>
      <vt:variant>
        <vt:lpstr>Titoli diapositive</vt:lpstr>
      </vt:variant>
      <vt:variant>
        <vt:i4>43</vt:i4>
      </vt:variant>
    </vt:vector>
  </HeadingPairs>
  <TitlesOfParts>
    <vt:vector size="52" baseType="lpstr">
      <vt:lpstr>Aptos</vt:lpstr>
      <vt:lpstr>Arial</vt:lpstr>
      <vt:lpstr>Calibri</vt:lpstr>
      <vt:lpstr>Century Gothic</vt:lpstr>
      <vt:lpstr>Courier New</vt:lpstr>
      <vt:lpstr>Wingdings</vt:lpstr>
      <vt:lpstr>COPERTINA</vt:lpstr>
      <vt:lpstr>DIAPOSITIVE</vt:lpstr>
      <vt:lpstr>CHIUSURA</vt:lpstr>
      <vt:lpstr>Java Security:  Asymmetric Encryption</vt:lpstr>
      <vt:lpstr>Asymmetric Encryption in JCE</vt:lpstr>
      <vt:lpstr>Asymmetric Encryption</vt:lpstr>
      <vt:lpstr>Public Key Infrastructure</vt:lpstr>
      <vt:lpstr>Generating Asymmetric Keys</vt:lpstr>
      <vt:lpstr>Initializing KeyPairGenerator</vt:lpstr>
      <vt:lpstr>Obtaining asymmetric keys</vt:lpstr>
      <vt:lpstr>RSA</vt:lpstr>
      <vt:lpstr>Encrypting with RSA - 1</vt:lpstr>
      <vt:lpstr>Encrypting with RSA - 2</vt:lpstr>
      <vt:lpstr>Signature</vt:lpstr>
      <vt:lpstr>Getting a Signature object</vt:lpstr>
      <vt:lpstr>Choosing the right algorithm for RSA</vt:lpstr>
      <vt:lpstr>Initializing a Signature object</vt:lpstr>
      <vt:lpstr>Using a Signature object</vt:lpstr>
      <vt:lpstr>RSA Example</vt:lpstr>
      <vt:lpstr>Limitations of RSA</vt:lpstr>
      <vt:lpstr>DSA</vt:lpstr>
      <vt:lpstr>Discrete Logarithm Problem - 1</vt:lpstr>
      <vt:lpstr>Discrete Logarithm Problem - 2</vt:lpstr>
      <vt:lpstr>Elliptic Curves</vt:lpstr>
      <vt:lpstr>ECDSA</vt:lpstr>
      <vt:lpstr>ECDSA Example</vt:lpstr>
      <vt:lpstr>PS3 ECDSA Attack - 1</vt:lpstr>
      <vt:lpstr>PS3 ECDSA Attack - 2</vt:lpstr>
      <vt:lpstr>Asymmetric Encryption in the real world</vt:lpstr>
      <vt:lpstr>Hybrid Encryption - 1</vt:lpstr>
      <vt:lpstr>Hybrid Encryption - 2</vt:lpstr>
      <vt:lpstr>Diffie-Hellmann</vt:lpstr>
      <vt:lpstr>KeyAgreement</vt:lpstr>
      <vt:lpstr>Creating and Initializing a KeyAgreement object</vt:lpstr>
      <vt:lpstr>Using a KeyAgreement object - 1</vt:lpstr>
      <vt:lpstr>Using a KeyAgreement object - 2</vt:lpstr>
      <vt:lpstr>Obtain the SecretKey object</vt:lpstr>
      <vt:lpstr>DH Example</vt:lpstr>
      <vt:lpstr>Why Hybrid Encryption is better</vt:lpstr>
      <vt:lpstr>Certificates</vt:lpstr>
      <vt:lpstr>CertificateFactory</vt:lpstr>
      <vt:lpstr>Get a Certificate object</vt:lpstr>
      <vt:lpstr>Certificate Example</vt:lpstr>
      <vt:lpstr>Presentazione standard di PowerPoint</vt:lpstr>
      <vt:lpstr>Bibliografia</vt:lpstr>
      <vt:lpstr>Presentazione standard di PowerPoint</vt:lpstr>
    </vt:vector>
  </TitlesOfParts>
  <Company>Università di Bologna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UTENTE</dc:creator>
  <cp:lastModifiedBy>Alessandro Marchesano</cp:lastModifiedBy>
  <cp:revision>87</cp:revision>
  <dcterms:created xsi:type="dcterms:W3CDTF">2017-11-13T10:11:35Z</dcterms:created>
  <dcterms:modified xsi:type="dcterms:W3CDTF">2026-05-07T11:06:11Z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0x0101003BED1F34F8D5C34990AAD392C5F950E1</vt:lpwstr>
  </property>
</Properties>
</file>